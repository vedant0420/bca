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3"/>
  </p:notesMasterIdLst>
  <p:sldIdLst>
    <p:sldId id="256" r:id="rId2"/>
    <p:sldId id="257" r:id="rId3"/>
    <p:sldId id="953" r:id="rId4"/>
    <p:sldId id="952" r:id="rId5"/>
    <p:sldId id="535" r:id="rId6"/>
    <p:sldId id="954" r:id="rId7"/>
    <p:sldId id="874" r:id="rId8"/>
    <p:sldId id="930" r:id="rId9"/>
    <p:sldId id="931" r:id="rId10"/>
    <p:sldId id="836" r:id="rId11"/>
    <p:sldId id="940" r:id="rId12"/>
    <p:sldId id="932" r:id="rId13"/>
    <p:sldId id="933" r:id="rId14"/>
    <p:sldId id="934" r:id="rId15"/>
    <p:sldId id="935" r:id="rId16"/>
    <p:sldId id="936" r:id="rId17"/>
    <p:sldId id="896" r:id="rId18"/>
    <p:sldId id="840" r:id="rId19"/>
    <p:sldId id="905" r:id="rId20"/>
    <p:sldId id="869" r:id="rId21"/>
    <p:sldId id="944" r:id="rId22"/>
    <p:sldId id="937" r:id="rId23"/>
    <p:sldId id="938" r:id="rId24"/>
    <p:sldId id="956" r:id="rId25"/>
    <p:sldId id="868" r:id="rId26"/>
    <p:sldId id="939" r:id="rId27"/>
    <p:sldId id="877" r:id="rId28"/>
    <p:sldId id="941" r:id="rId29"/>
    <p:sldId id="947" r:id="rId30"/>
    <p:sldId id="943" r:id="rId31"/>
    <p:sldId id="906" r:id="rId32"/>
    <p:sldId id="907" r:id="rId33"/>
    <p:sldId id="894" r:id="rId34"/>
    <p:sldId id="837" r:id="rId35"/>
    <p:sldId id="859" r:id="rId36"/>
    <p:sldId id="860" r:id="rId37"/>
    <p:sldId id="879" r:id="rId38"/>
    <p:sldId id="958" r:id="rId39"/>
    <p:sldId id="908" r:id="rId40"/>
    <p:sldId id="863" r:id="rId41"/>
    <p:sldId id="946" r:id="rId42"/>
    <p:sldId id="959" r:id="rId43"/>
    <p:sldId id="864" r:id="rId44"/>
    <p:sldId id="899" r:id="rId45"/>
    <p:sldId id="900" r:id="rId46"/>
    <p:sldId id="841" r:id="rId47"/>
    <p:sldId id="842" r:id="rId48"/>
    <p:sldId id="957" r:id="rId49"/>
    <p:sldId id="960" r:id="rId50"/>
    <p:sldId id="882" r:id="rId51"/>
    <p:sldId id="889" r:id="rId52"/>
    <p:sldId id="890" r:id="rId53"/>
    <p:sldId id="891" r:id="rId54"/>
    <p:sldId id="843" r:id="rId55"/>
    <p:sldId id="873" r:id="rId56"/>
    <p:sldId id="875" r:id="rId57"/>
    <p:sldId id="876" r:id="rId58"/>
    <p:sldId id="949" r:id="rId59"/>
    <p:sldId id="950" r:id="rId60"/>
    <p:sldId id="951" r:id="rId61"/>
    <p:sldId id="282" r:id="rId62"/>
  </p:sldIdLst>
  <p:sldSz cx="9144000" cy="6858000" type="screen4x3"/>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2" roundtripDataSignature="AMtx7mgPdPp6T69YrW6LF/wUQ3/Z8aQj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077C4-5F92-4B10-8415-BE9C820BE1F3}" v="4" dt="2026-05-24T12:58:52.215"/>
  </p1510:revLst>
</p1510:revInfo>
</file>

<file path=ppt/tableStyles.xml><?xml version="1.0" encoding="utf-8"?>
<a:tblStyleLst xmlns:a="http://schemas.openxmlformats.org/drawingml/2006/main" def="{5C22544A-7EE6-4342-B048-85BDC9FD1C3A}">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7" Type="http://schemas.openxmlformats.org/officeDocument/2006/relationships/slide" Target="slides/slide6.xml"/><Relationship Id="rId92"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93" Type="http://schemas.openxmlformats.org/officeDocument/2006/relationships/presProps" Target="presProps.xml"/><Relationship Id="rId98"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9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az Jamani" userId="12244ce6e986596d" providerId="LiveId" clId="{E85458B2-5E71-483F-B783-1DF7074CC757}"/>
    <pc:docChg chg="undo redo custSel addSld delSld modSld">
      <pc:chgData name="Ayaz Jamani" userId="12244ce6e986596d" providerId="LiveId" clId="{E85458B2-5E71-483F-B783-1DF7074CC757}" dt="2026-05-24T13:38:16.475" v="13" actId="2696"/>
      <pc:docMkLst>
        <pc:docMk/>
      </pc:docMkLst>
      <pc:sldChg chg="modSp">
        <pc:chgData name="Ayaz Jamani" userId="12244ce6e986596d" providerId="LiveId" clId="{E85458B2-5E71-483F-B783-1DF7074CC757}" dt="2026-05-24T12:42:10.901" v="6" actId="20578"/>
        <pc:sldMkLst>
          <pc:docMk/>
          <pc:sldMk cId="1847134270" sldId="877"/>
        </pc:sldMkLst>
        <pc:spChg chg="mod">
          <ac:chgData name="Ayaz Jamani" userId="12244ce6e986596d" providerId="LiveId" clId="{E85458B2-5E71-483F-B783-1DF7074CC757}" dt="2026-05-24T12:42:10.901" v="6" actId="20578"/>
          <ac:spMkLst>
            <pc:docMk/>
            <pc:sldMk cId="1847134270" sldId="877"/>
            <ac:spMk id="20482" creationId="{FF0AE996-4497-E8DE-7605-1E268D6BF638}"/>
          </ac:spMkLst>
        </pc:spChg>
      </pc:sldChg>
      <pc:sldChg chg="del">
        <pc:chgData name="Ayaz Jamani" userId="12244ce6e986596d" providerId="LiveId" clId="{E85458B2-5E71-483F-B783-1DF7074CC757}" dt="2026-05-24T13:38:16.475" v="13" actId="2696"/>
        <pc:sldMkLst>
          <pc:docMk/>
          <pc:sldMk cId="0" sldId="895"/>
        </pc:sldMkLst>
      </pc:sldChg>
      <pc:sldChg chg="modSp mod">
        <pc:chgData name="Ayaz Jamani" userId="12244ce6e986596d" providerId="LiveId" clId="{E85458B2-5E71-483F-B783-1DF7074CC757}" dt="2026-05-24T12:15:35.852" v="1" actId="15"/>
        <pc:sldMkLst>
          <pc:docMk/>
          <pc:sldMk cId="201804457" sldId="896"/>
        </pc:sldMkLst>
        <pc:spChg chg="mod">
          <ac:chgData name="Ayaz Jamani" userId="12244ce6e986596d" providerId="LiveId" clId="{E85458B2-5E71-483F-B783-1DF7074CC757}" dt="2026-05-24T12:15:35.852" v="1" actId="15"/>
          <ac:spMkLst>
            <pc:docMk/>
            <pc:sldMk cId="201804457" sldId="896"/>
            <ac:spMk id="13314" creationId="{C56C917F-EC3C-5AD6-FB45-114CCC9B4B47}"/>
          </ac:spMkLst>
        </pc:spChg>
      </pc:sldChg>
      <pc:sldChg chg="modSp modAnim">
        <pc:chgData name="Ayaz Jamani" userId="12244ce6e986596d" providerId="LiveId" clId="{E85458B2-5E71-483F-B783-1DF7074CC757}" dt="2026-05-24T12:58:52.215" v="9" actId="20578"/>
        <pc:sldMkLst>
          <pc:docMk/>
          <pc:sldMk cId="1086281421" sldId="943"/>
        </pc:sldMkLst>
        <pc:spChg chg="mod">
          <ac:chgData name="Ayaz Jamani" userId="12244ce6e986596d" providerId="LiveId" clId="{E85458B2-5E71-483F-B783-1DF7074CC757}" dt="2026-05-24T12:58:52.215" v="9" actId="20578"/>
          <ac:spMkLst>
            <pc:docMk/>
            <pc:sldMk cId="1086281421" sldId="943"/>
            <ac:spMk id="5" creationId="{439C0862-44CF-CADE-5C22-90C1CBBB5C48}"/>
          </ac:spMkLst>
        </pc:spChg>
      </pc:sldChg>
      <pc:sldChg chg="modSp mod">
        <pc:chgData name="Ayaz Jamani" userId="12244ce6e986596d" providerId="LiveId" clId="{E85458B2-5E71-483F-B783-1DF7074CC757}" dt="2026-05-24T13:36:37.018" v="10" actId="20577"/>
        <pc:sldMkLst>
          <pc:docMk/>
          <pc:sldMk cId="1832838254" sldId="947"/>
        </pc:sldMkLst>
        <pc:spChg chg="mod">
          <ac:chgData name="Ayaz Jamani" userId="12244ce6e986596d" providerId="LiveId" clId="{E85458B2-5E71-483F-B783-1DF7074CC757}" dt="2026-05-24T13:36:37.018" v="10" actId="20577"/>
          <ac:spMkLst>
            <pc:docMk/>
            <pc:sldMk cId="1832838254" sldId="947"/>
            <ac:spMk id="4" creationId="{97B22C3B-D32B-FF3A-16F2-73340D16BFC0}"/>
          </ac:spMkLst>
        </pc:spChg>
      </pc:sldChg>
      <pc:sldChg chg="add del">
        <pc:chgData name="Ayaz Jamani" userId="12244ce6e986596d" providerId="LiveId" clId="{E85458B2-5E71-483F-B783-1DF7074CC757}" dt="2026-05-24T13:36:38.578" v="12" actId="2696"/>
        <pc:sldMkLst>
          <pc:docMk/>
          <pc:sldMk cId="2799258270" sldId="9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B5E1BEC5-8DCA-AFF4-DFBE-EA48424AF295}"/>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02D34A86-365E-7899-43DD-F7C829AF8A6E}"/>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a:extLst>
              <a:ext uri="{FF2B5EF4-FFF2-40B4-BE49-F238E27FC236}">
                <a16:creationId xmlns:a16="http://schemas.microsoft.com/office/drawing/2014/main" id="{9F04B08F-4E4D-B8DE-EEB9-2864535AB47A}"/>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3582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16C72E6-F7DE-1EC5-0151-F34A03411872}"/>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6449AD38-35AF-752C-D15A-B718290D2177}"/>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a:extLst>
              <a:ext uri="{FF2B5EF4-FFF2-40B4-BE49-F238E27FC236}">
                <a16:creationId xmlns:a16="http://schemas.microsoft.com/office/drawing/2014/main" id="{D22FB12A-C6FB-D581-D2C2-87819D47E6BE}"/>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9554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8FC22BCE-09A3-756C-3707-E738724E8D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D8190F9-6BD7-4414-B5A7-76D40E276F10}" type="slidenum">
              <a:rPr lang="en-US" altLang="en-US" sz="1200" b="0" baseline="0">
                <a:latin typeface="Times New Roman" panose="02020603050405020304" pitchFamily="18" charset="0"/>
              </a:rPr>
              <a:pPr/>
              <a:t>5</a:t>
            </a:fld>
            <a:endParaRPr lang="en-US" altLang="en-US" sz="1200" b="0" baseline="0">
              <a:latin typeface="Times New Roman" panose="02020603050405020304" pitchFamily="18" charset="0"/>
            </a:endParaRPr>
          </a:p>
        </p:txBody>
      </p:sp>
      <p:sp>
        <p:nvSpPr>
          <p:cNvPr id="64515" name="Rectangle 2">
            <a:extLst>
              <a:ext uri="{FF2B5EF4-FFF2-40B4-BE49-F238E27FC236}">
                <a16:creationId xmlns:a16="http://schemas.microsoft.com/office/drawing/2014/main" id="{6C662065-767D-E6D2-5D39-F36C8ED00008}"/>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A702E008-77D0-E053-9CB4-F14BD063D8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33B7CC9-16F9-3D4C-8DCD-7F5961AB0147}"/>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B2AA3F94-D0E9-8C13-DE75-E19179986350}"/>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a:extLst>
              <a:ext uri="{FF2B5EF4-FFF2-40B4-BE49-F238E27FC236}">
                <a16:creationId xmlns:a16="http://schemas.microsoft.com/office/drawing/2014/main" id="{E58123A5-F924-742F-952E-3B29FF190C41}"/>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3641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CDC4D1F-B494-701C-A177-65CF47986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D9596483-9CF3-4E4D-9278-5CA1054C9968}" type="slidenum">
              <a:rPr lang="en-US" altLang="en-US" sz="1200" b="0" baseline="0">
                <a:latin typeface="Times New Roman" panose="02020603050405020304" pitchFamily="18" charset="0"/>
              </a:rPr>
              <a:pPr/>
              <a:t>7</a:t>
            </a:fld>
            <a:endParaRPr lang="en-US" altLang="en-US" sz="1200" b="0" baseline="0">
              <a:latin typeface="Times New Roman" panose="02020603050405020304" pitchFamily="18" charset="0"/>
            </a:endParaRPr>
          </a:p>
        </p:txBody>
      </p:sp>
      <p:sp>
        <p:nvSpPr>
          <p:cNvPr id="67587" name="Rectangle 2">
            <a:extLst>
              <a:ext uri="{FF2B5EF4-FFF2-40B4-BE49-F238E27FC236}">
                <a16:creationId xmlns:a16="http://schemas.microsoft.com/office/drawing/2014/main" id="{7131D9F3-8EE4-B559-B9AA-B6C7EBFF358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E4057314-FF52-09F3-8259-D34C07A59E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032B1C8C-14CC-1B74-9AFC-671C2F8E61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28AD6D0-584E-4DD5-A80E-745AF9258032}" type="slidenum">
              <a:rPr lang="en-US" altLang="en-US" sz="1200" b="0" baseline="0">
                <a:latin typeface="Times New Roman" panose="02020603050405020304" pitchFamily="18" charset="0"/>
              </a:rPr>
              <a:pPr/>
              <a:t>10</a:t>
            </a:fld>
            <a:endParaRPr lang="en-US" altLang="en-US" sz="1200" b="0" baseline="0">
              <a:latin typeface="Times New Roman" panose="02020603050405020304" pitchFamily="18" charset="0"/>
            </a:endParaRPr>
          </a:p>
        </p:txBody>
      </p:sp>
      <p:sp>
        <p:nvSpPr>
          <p:cNvPr id="69635" name="Rectangle 2">
            <a:extLst>
              <a:ext uri="{FF2B5EF4-FFF2-40B4-BE49-F238E27FC236}">
                <a16:creationId xmlns:a16="http://schemas.microsoft.com/office/drawing/2014/main" id="{86C8B005-08D4-DB92-C7B6-D3CA0665847E}"/>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EAAD3995-5138-3933-EEF1-CB3F3D6F6D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96771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A8D8F09D-077A-450F-D31E-86846C052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9BBF63A-58BC-4F8E-A5D0-FB6B3377E873}" type="slidenum">
              <a:rPr lang="en-US" altLang="en-US" sz="1200" b="0" baseline="0">
                <a:latin typeface="Times New Roman" panose="02020603050405020304" pitchFamily="18" charset="0"/>
              </a:rPr>
              <a:pPr/>
              <a:t>18</a:t>
            </a:fld>
            <a:endParaRPr lang="en-US" altLang="en-US" sz="1200" b="0" baseline="0">
              <a:latin typeface="Times New Roman" panose="02020603050405020304" pitchFamily="18" charset="0"/>
            </a:endParaRPr>
          </a:p>
        </p:txBody>
      </p:sp>
      <p:sp>
        <p:nvSpPr>
          <p:cNvPr id="91139" name="Rectangle 2">
            <a:extLst>
              <a:ext uri="{FF2B5EF4-FFF2-40B4-BE49-F238E27FC236}">
                <a16:creationId xmlns:a16="http://schemas.microsoft.com/office/drawing/2014/main" id="{67084455-4DE1-DBF6-5809-08223180E966}"/>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304D247-8AEC-5DF3-CE6B-B3878AE1F9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56048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5BCAB87-A8D2-D045-4E48-58A1C32E20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6ABC23A-D6F3-4118-A380-011B5F452B25}" type="slidenum">
              <a:rPr lang="en-US" altLang="en-US" sz="1200" b="0" baseline="0">
                <a:latin typeface="Times New Roman" panose="02020603050405020304" pitchFamily="18" charset="0"/>
              </a:rPr>
              <a:pPr/>
              <a:t>20</a:t>
            </a:fld>
            <a:endParaRPr lang="en-US" altLang="en-US" sz="1200" b="0" baseline="0">
              <a:latin typeface="Times New Roman" panose="02020603050405020304" pitchFamily="18" charset="0"/>
            </a:endParaRPr>
          </a:p>
        </p:txBody>
      </p:sp>
      <p:sp>
        <p:nvSpPr>
          <p:cNvPr id="73731" name="Rectangle 2">
            <a:extLst>
              <a:ext uri="{FF2B5EF4-FFF2-40B4-BE49-F238E27FC236}">
                <a16:creationId xmlns:a16="http://schemas.microsoft.com/office/drawing/2014/main" id="{8178F32E-3FEE-6953-B24E-676E1562CE7C}"/>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1EF58A6-A646-DDC4-30D1-766ABDC8F2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0948F-0722-8537-444F-6E5931F0A313}"/>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613FE190-9D73-CC1C-AD67-873BFC65F7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6ABC23A-D6F3-4118-A380-011B5F452B25}" type="slidenum">
              <a:rPr lang="en-US" altLang="en-US" sz="1200" b="0" baseline="0">
                <a:latin typeface="Times New Roman" panose="02020603050405020304" pitchFamily="18" charset="0"/>
              </a:rPr>
              <a:pPr/>
              <a:t>21</a:t>
            </a:fld>
            <a:endParaRPr lang="en-US" altLang="en-US" sz="1200" b="0" baseline="0">
              <a:latin typeface="Times New Roman" panose="02020603050405020304" pitchFamily="18" charset="0"/>
            </a:endParaRPr>
          </a:p>
        </p:txBody>
      </p:sp>
      <p:sp>
        <p:nvSpPr>
          <p:cNvPr id="73731" name="Rectangle 2">
            <a:extLst>
              <a:ext uri="{FF2B5EF4-FFF2-40B4-BE49-F238E27FC236}">
                <a16:creationId xmlns:a16="http://schemas.microsoft.com/office/drawing/2014/main" id="{FE4022A0-C1F2-C468-EA97-FE4B9DE43345}"/>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1B4B962B-A5F5-5695-4457-C04BA05F9A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502146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83D25B7-4124-7444-8772-B048707A2C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D9154178-AC3A-4B89-8A1C-1B4F8D4B2A6A}" type="slidenum">
              <a:rPr lang="en-US" altLang="en-US" sz="1200" b="0" baseline="0">
                <a:latin typeface="Times New Roman" panose="02020603050405020304" pitchFamily="18" charset="0"/>
              </a:rPr>
              <a:pPr/>
              <a:t>25</a:t>
            </a:fld>
            <a:endParaRPr lang="en-US" altLang="en-US" sz="1200" b="0" baseline="0">
              <a:latin typeface="Times New Roman" panose="02020603050405020304" pitchFamily="18" charset="0"/>
            </a:endParaRPr>
          </a:p>
        </p:txBody>
      </p:sp>
      <p:sp>
        <p:nvSpPr>
          <p:cNvPr id="71683" name="Rectangle 2">
            <a:extLst>
              <a:ext uri="{FF2B5EF4-FFF2-40B4-BE49-F238E27FC236}">
                <a16:creationId xmlns:a16="http://schemas.microsoft.com/office/drawing/2014/main" id="{9D7B126D-CA20-DA9D-DB7C-89AA2657ECD3}"/>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96006866-C0F4-7450-8DD5-BBC183F71B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08305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F2E90186-7D5B-C5CD-534E-4E21CFB595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DD2A04F-B7DE-4053-A7ED-2016F67448DF}" type="slidenum">
              <a:rPr lang="en-US" altLang="en-US" sz="1200" b="0" baseline="0">
                <a:latin typeface="Times New Roman" panose="02020603050405020304" pitchFamily="18" charset="0"/>
              </a:rPr>
              <a:pPr/>
              <a:t>27</a:t>
            </a:fld>
            <a:endParaRPr lang="en-US" altLang="en-US" sz="1200" b="0" baseline="0">
              <a:latin typeface="Times New Roman" panose="02020603050405020304" pitchFamily="18" charset="0"/>
            </a:endParaRPr>
          </a:p>
        </p:txBody>
      </p:sp>
      <p:sp>
        <p:nvSpPr>
          <p:cNvPr id="75779" name="Rectangle 2">
            <a:extLst>
              <a:ext uri="{FF2B5EF4-FFF2-40B4-BE49-F238E27FC236}">
                <a16:creationId xmlns:a16="http://schemas.microsoft.com/office/drawing/2014/main" id="{C2555329-BEB8-96A3-F409-6DA279491BA4}"/>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1A368243-273C-D543-F5BF-4839E39B24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63743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1326-6486-71E5-6510-5495BF5A9EEC}"/>
            </a:ext>
          </a:extLst>
        </p:cNvPr>
        <p:cNvGrpSpPr/>
        <p:nvPr/>
      </p:nvGrpSpPr>
      <p:grpSpPr>
        <a:xfrm>
          <a:off x="0" y="0"/>
          <a:ext cx="0" cy="0"/>
          <a:chOff x="0" y="0"/>
          <a:chExt cx="0" cy="0"/>
        </a:xfrm>
      </p:grpSpPr>
      <p:sp>
        <p:nvSpPr>
          <p:cNvPr id="75778" name="Rectangle 7">
            <a:extLst>
              <a:ext uri="{FF2B5EF4-FFF2-40B4-BE49-F238E27FC236}">
                <a16:creationId xmlns:a16="http://schemas.microsoft.com/office/drawing/2014/main" id="{E33B5809-6A8E-8022-2005-948A400DA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DD2A04F-B7DE-4053-A7ED-2016F67448DF}" type="slidenum">
              <a:rPr lang="en-US" altLang="en-US" sz="1200" b="0" baseline="0">
                <a:latin typeface="Times New Roman" panose="02020603050405020304" pitchFamily="18" charset="0"/>
              </a:rPr>
              <a:pPr/>
              <a:t>28</a:t>
            </a:fld>
            <a:endParaRPr lang="en-US" altLang="en-US" sz="1200" b="0" baseline="0">
              <a:latin typeface="Times New Roman" panose="02020603050405020304" pitchFamily="18" charset="0"/>
            </a:endParaRPr>
          </a:p>
        </p:txBody>
      </p:sp>
      <p:sp>
        <p:nvSpPr>
          <p:cNvPr id="75779" name="Rectangle 2">
            <a:extLst>
              <a:ext uri="{FF2B5EF4-FFF2-40B4-BE49-F238E27FC236}">
                <a16:creationId xmlns:a16="http://schemas.microsoft.com/office/drawing/2014/main" id="{187EB1DF-0F9B-D6ED-D55D-F328E3ECB4C1}"/>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5A4CB5C8-2789-84B9-EA31-3415F03B42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19628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E0291229-B22F-97FA-8194-569414F029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1A29B10-4F11-47DB-BAC8-589BE21E9700}" type="slidenum">
              <a:rPr lang="en-US" altLang="en-US" sz="1200" b="0" baseline="0">
                <a:latin typeface="Times New Roman" panose="02020603050405020304" pitchFamily="18" charset="0"/>
              </a:rPr>
              <a:pPr/>
              <a:t>33</a:t>
            </a:fld>
            <a:endParaRPr lang="en-US" altLang="en-US" sz="1200" b="0" baseline="0">
              <a:latin typeface="Times New Roman" panose="02020603050405020304" pitchFamily="18" charset="0"/>
            </a:endParaRPr>
          </a:p>
        </p:txBody>
      </p:sp>
      <p:sp>
        <p:nvSpPr>
          <p:cNvPr id="77827" name="Rectangle 2">
            <a:extLst>
              <a:ext uri="{FF2B5EF4-FFF2-40B4-BE49-F238E27FC236}">
                <a16:creationId xmlns:a16="http://schemas.microsoft.com/office/drawing/2014/main" id="{5243A7BB-34EF-DEE7-5508-41525A961DBE}"/>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7C3CF99E-80F0-DFCE-8A8E-FD8750E4DA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A0D5367F-F728-DD2A-1973-B776D30D66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B381A4A-690E-44B6-8B71-8C748A2DB237}" type="slidenum">
              <a:rPr lang="en-US" altLang="en-US" sz="1200" b="0" baseline="0">
                <a:latin typeface="Times New Roman" panose="02020603050405020304" pitchFamily="18" charset="0"/>
              </a:rPr>
              <a:pPr/>
              <a:t>34</a:t>
            </a:fld>
            <a:endParaRPr lang="en-US" altLang="en-US" sz="1200" b="0" baseline="0">
              <a:latin typeface="Times New Roman" panose="02020603050405020304" pitchFamily="18" charset="0"/>
            </a:endParaRPr>
          </a:p>
        </p:txBody>
      </p:sp>
      <p:sp>
        <p:nvSpPr>
          <p:cNvPr id="78851" name="Rectangle 2">
            <a:extLst>
              <a:ext uri="{FF2B5EF4-FFF2-40B4-BE49-F238E27FC236}">
                <a16:creationId xmlns:a16="http://schemas.microsoft.com/office/drawing/2014/main" id="{06169BC6-E4FB-6E4B-6FB6-71DFE33153BF}"/>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0E47D396-1436-4C8E-E549-F424410F3E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37F2581-7F63-2EAD-8658-648D61244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2E33061-34B9-4322-B7B6-D5E1C6592172}" type="slidenum">
              <a:rPr lang="en-US" altLang="en-US" sz="1200" b="0" baseline="0">
                <a:latin typeface="Times New Roman" panose="02020603050405020304" pitchFamily="18" charset="0"/>
              </a:rPr>
              <a:pPr/>
              <a:t>35</a:t>
            </a:fld>
            <a:endParaRPr lang="en-US" altLang="en-US" sz="1200" b="0" baseline="0">
              <a:latin typeface="Times New Roman" panose="02020603050405020304" pitchFamily="18" charset="0"/>
            </a:endParaRPr>
          </a:p>
        </p:txBody>
      </p:sp>
      <p:sp>
        <p:nvSpPr>
          <p:cNvPr id="79875" name="Rectangle 2">
            <a:extLst>
              <a:ext uri="{FF2B5EF4-FFF2-40B4-BE49-F238E27FC236}">
                <a16:creationId xmlns:a16="http://schemas.microsoft.com/office/drawing/2014/main" id="{706AA3C2-3C9F-1AFA-C755-074F35A995EA}"/>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CEE59B9A-C4EA-6658-0481-659448E8E2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75F0A8AB-A023-C1B0-E28A-E690EA1AA6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698CD0D-BFCC-468E-94F4-5E13E0882D9C}" type="slidenum">
              <a:rPr lang="en-US" altLang="en-US" sz="1200" b="0" baseline="0">
                <a:latin typeface="Times New Roman" panose="02020603050405020304" pitchFamily="18" charset="0"/>
              </a:rPr>
              <a:pPr/>
              <a:t>36</a:t>
            </a:fld>
            <a:endParaRPr lang="en-US" altLang="en-US" sz="1200" b="0" baseline="0">
              <a:latin typeface="Times New Roman" panose="02020603050405020304" pitchFamily="18" charset="0"/>
            </a:endParaRPr>
          </a:p>
        </p:txBody>
      </p:sp>
      <p:sp>
        <p:nvSpPr>
          <p:cNvPr id="80899" name="Rectangle 2">
            <a:extLst>
              <a:ext uri="{FF2B5EF4-FFF2-40B4-BE49-F238E27FC236}">
                <a16:creationId xmlns:a16="http://schemas.microsoft.com/office/drawing/2014/main" id="{A41A8E30-AC4E-A005-8A15-B7C33E04E079}"/>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49A1390D-E868-7EF1-7570-B352944DD2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A824C16-9145-7D12-D8E6-55095B2D4A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30C1B0E-4EB7-46CE-90B6-F7F0D4C3AAF3}" type="slidenum">
              <a:rPr lang="en-US" altLang="en-US" sz="1200" b="0" baseline="0">
                <a:latin typeface="Times New Roman" panose="02020603050405020304" pitchFamily="18" charset="0"/>
              </a:rPr>
              <a:pPr/>
              <a:t>37</a:t>
            </a:fld>
            <a:endParaRPr lang="en-US" altLang="en-US" sz="1200" b="0" baseline="0">
              <a:latin typeface="Times New Roman" panose="02020603050405020304" pitchFamily="18" charset="0"/>
            </a:endParaRPr>
          </a:p>
        </p:txBody>
      </p:sp>
      <p:sp>
        <p:nvSpPr>
          <p:cNvPr id="83971" name="Rectangle 2">
            <a:extLst>
              <a:ext uri="{FF2B5EF4-FFF2-40B4-BE49-F238E27FC236}">
                <a16:creationId xmlns:a16="http://schemas.microsoft.com/office/drawing/2014/main" id="{78632627-1156-9215-FA52-525EFEA278F5}"/>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04EFB53B-DBB2-17DB-C0B8-4891822B4C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AD2B-C11A-872B-B973-F00DF6CC1F5B}"/>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B91BA2CB-7ED6-0B31-A9AD-7E3FFEAA91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30C1B0E-4EB7-46CE-90B6-F7F0D4C3AAF3}" type="slidenum">
              <a:rPr lang="en-US" altLang="en-US" sz="1200" b="0" baseline="0">
                <a:latin typeface="Times New Roman" panose="02020603050405020304" pitchFamily="18" charset="0"/>
              </a:rPr>
              <a:pPr/>
              <a:t>38</a:t>
            </a:fld>
            <a:endParaRPr lang="en-US" altLang="en-US" sz="1200" b="0" baseline="0">
              <a:latin typeface="Times New Roman" panose="02020603050405020304" pitchFamily="18" charset="0"/>
            </a:endParaRPr>
          </a:p>
        </p:txBody>
      </p:sp>
      <p:sp>
        <p:nvSpPr>
          <p:cNvPr id="83971" name="Rectangle 2">
            <a:extLst>
              <a:ext uri="{FF2B5EF4-FFF2-40B4-BE49-F238E27FC236}">
                <a16:creationId xmlns:a16="http://schemas.microsoft.com/office/drawing/2014/main" id="{B7710978-EF8A-8FAF-86DF-2E9267BCB294}"/>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416750E0-DCB1-6DAD-3208-D599BB4803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38989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06281285-B688-72D6-0ED0-12FCBAA03E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3DFA992-B931-46CE-81A8-FE1B4EF9C18A}" type="slidenum">
              <a:rPr lang="en-US" altLang="en-US" sz="1200" b="0" baseline="0">
                <a:latin typeface="Times New Roman" panose="02020603050405020304" pitchFamily="18" charset="0"/>
              </a:rPr>
              <a:pPr/>
              <a:t>40</a:t>
            </a:fld>
            <a:endParaRPr lang="en-US" altLang="en-US" sz="1200" b="0" baseline="0">
              <a:latin typeface="Times New Roman" panose="02020603050405020304" pitchFamily="18" charset="0"/>
            </a:endParaRPr>
          </a:p>
        </p:txBody>
      </p:sp>
      <p:sp>
        <p:nvSpPr>
          <p:cNvPr id="82947" name="Rectangle 2">
            <a:extLst>
              <a:ext uri="{FF2B5EF4-FFF2-40B4-BE49-F238E27FC236}">
                <a16:creationId xmlns:a16="http://schemas.microsoft.com/office/drawing/2014/main" id="{D86EA9D5-F048-A7A5-15A5-C8606D03EB35}"/>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74471BA2-034D-F4B4-6F8A-82DED2CD1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A824C16-9145-7D12-D8E6-55095B2D4A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30C1B0E-4EB7-46CE-90B6-F7F0D4C3AAF3}" type="slidenum">
              <a:rPr lang="en-US" altLang="en-US" sz="1200" b="0" baseline="0">
                <a:latin typeface="Times New Roman" panose="02020603050405020304" pitchFamily="18" charset="0"/>
              </a:rPr>
              <a:pPr/>
              <a:t>41</a:t>
            </a:fld>
            <a:endParaRPr lang="en-US" altLang="en-US" sz="1200" b="0" baseline="0">
              <a:latin typeface="Times New Roman" panose="02020603050405020304" pitchFamily="18" charset="0"/>
            </a:endParaRPr>
          </a:p>
        </p:txBody>
      </p:sp>
      <p:sp>
        <p:nvSpPr>
          <p:cNvPr id="83971" name="Rectangle 2">
            <a:extLst>
              <a:ext uri="{FF2B5EF4-FFF2-40B4-BE49-F238E27FC236}">
                <a16:creationId xmlns:a16="http://schemas.microsoft.com/office/drawing/2014/main" id="{78632627-1156-9215-FA52-525EFEA278F5}"/>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04EFB53B-DBB2-17DB-C0B8-4891822B4C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65271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40CA7-A6D7-FC19-087C-C9E7102E60F6}"/>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CA7E82B9-CE8B-02E8-F2D4-F99BC8D58B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30C1B0E-4EB7-46CE-90B6-F7F0D4C3AAF3}" type="slidenum">
              <a:rPr lang="en-US" altLang="en-US" sz="1200" b="0" baseline="0">
                <a:latin typeface="Times New Roman" panose="02020603050405020304" pitchFamily="18" charset="0"/>
              </a:rPr>
              <a:pPr/>
              <a:t>42</a:t>
            </a:fld>
            <a:endParaRPr lang="en-US" altLang="en-US" sz="1200" b="0" baseline="0">
              <a:latin typeface="Times New Roman" panose="02020603050405020304" pitchFamily="18" charset="0"/>
            </a:endParaRPr>
          </a:p>
        </p:txBody>
      </p:sp>
      <p:sp>
        <p:nvSpPr>
          <p:cNvPr id="83971" name="Rectangle 2">
            <a:extLst>
              <a:ext uri="{FF2B5EF4-FFF2-40B4-BE49-F238E27FC236}">
                <a16:creationId xmlns:a16="http://schemas.microsoft.com/office/drawing/2014/main" id="{7184E86A-926C-7337-E23C-121E9E3C0BD1}"/>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0C5D5F05-8A73-1F39-BBCB-4158407243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05610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66CC9221-DD94-374D-E717-9EBC4A3F19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D8F38B6-B4A9-490A-A568-ADDBF9739BDD}" type="slidenum">
              <a:rPr lang="en-US" altLang="en-US" sz="1200" b="0" baseline="0">
                <a:latin typeface="Times New Roman" panose="02020603050405020304" pitchFamily="18" charset="0"/>
              </a:rPr>
              <a:pPr/>
              <a:t>43</a:t>
            </a:fld>
            <a:endParaRPr lang="en-US" altLang="en-US" sz="1200" b="0" baseline="0">
              <a:latin typeface="Times New Roman" panose="02020603050405020304" pitchFamily="18" charset="0"/>
            </a:endParaRPr>
          </a:p>
        </p:txBody>
      </p:sp>
      <p:sp>
        <p:nvSpPr>
          <p:cNvPr id="84995" name="Rectangle 2">
            <a:extLst>
              <a:ext uri="{FF2B5EF4-FFF2-40B4-BE49-F238E27FC236}">
                <a16:creationId xmlns:a16="http://schemas.microsoft.com/office/drawing/2014/main" id="{009889FD-F538-2740-DF67-56BB8C9D4ACB}"/>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064223A2-B81B-BCFD-32E0-F561FE1D5B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4A30CA5F-F6BB-1C90-A2D3-FCEB5891ED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1D49655-5C55-4C18-B72B-D0B24C6EFDF1}" type="slidenum">
              <a:rPr lang="en-US" altLang="en-US" sz="1200" b="0" baseline="0">
                <a:latin typeface="Times New Roman" panose="02020603050405020304" pitchFamily="18" charset="0"/>
              </a:rPr>
              <a:pPr/>
              <a:t>44</a:t>
            </a:fld>
            <a:endParaRPr lang="en-US" altLang="en-US" sz="1200" b="0" baseline="0">
              <a:latin typeface="Times New Roman" panose="02020603050405020304" pitchFamily="18" charset="0"/>
            </a:endParaRPr>
          </a:p>
        </p:txBody>
      </p:sp>
      <p:sp>
        <p:nvSpPr>
          <p:cNvPr id="92163" name="Rectangle 2">
            <a:extLst>
              <a:ext uri="{FF2B5EF4-FFF2-40B4-BE49-F238E27FC236}">
                <a16:creationId xmlns:a16="http://schemas.microsoft.com/office/drawing/2014/main" id="{E2BBC312-12F7-BA5E-577C-A6CEB6049AD8}"/>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8F304821-F61F-81A4-BEDB-C36C30004D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D5317E05-4E63-0CE8-3D77-E5121F2B87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BC4B0F8-8EB1-4EEA-90F8-8FEA596BE9F7}" type="slidenum">
              <a:rPr lang="en-US" altLang="en-US" sz="1200" b="0" baseline="0">
                <a:latin typeface="Times New Roman" panose="02020603050405020304" pitchFamily="18" charset="0"/>
              </a:rPr>
              <a:pPr/>
              <a:t>45</a:t>
            </a:fld>
            <a:endParaRPr lang="en-US" altLang="en-US" sz="1200" b="0" baseline="0">
              <a:latin typeface="Times New Roman" panose="02020603050405020304" pitchFamily="18" charset="0"/>
            </a:endParaRPr>
          </a:p>
        </p:txBody>
      </p:sp>
      <p:sp>
        <p:nvSpPr>
          <p:cNvPr id="93187" name="Rectangle 2">
            <a:extLst>
              <a:ext uri="{FF2B5EF4-FFF2-40B4-BE49-F238E27FC236}">
                <a16:creationId xmlns:a16="http://schemas.microsoft.com/office/drawing/2014/main" id="{B5420633-3E39-161D-66C2-36C6990C55FA}"/>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D36ADFDE-944F-6D58-8001-35A3AB7E18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90F91829-2896-EC37-7B32-B99947D9D6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30C9ED9-D6ED-4DDA-A414-775F51780DAD}" type="slidenum">
              <a:rPr lang="en-US" altLang="en-US" sz="1200" b="0" baseline="0">
                <a:latin typeface="Times New Roman" panose="02020603050405020304" pitchFamily="18" charset="0"/>
              </a:rPr>
              <a:pPr/>
              <a:t>46</a:t>
            </a:fld>
            <a:endParaRPr lang="en-US" altLang="en-US" sz="1200" b="0" baseline="0">
              <a:latin typeface="Times New Roman" panose="02020603050405020304" pitchFamily="18" charset="0"/>
            </a:endParaRPr>
          </a:p>
        </p:txBody>
      </p:sp>
      <p:sp>
        <p:nvSpPr>
          <p:cNvPr id="94211" name="Rectangle 2">
            <a:extLst>
              <a:ext uri="{FF2B5EF4-FFF2-40B4-BE49-F238E27FC236}">
                <a16:creationId xmlns:a16="http://schemas.microsoft.com/office/drawing/2014/main" id="{80E3B248-87A0-7491-A158-1AC9BD8A34EF}"/>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184126FF-7D55-6E4C-9A7F-BB42D1075A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9280AB95-CF70-D2AE-1448-294B19A0EF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31FE6C1-0DCB-4A96-83FE-D48425178D8D}" type="slidenum">
              <a:rPr lang="en-US" altLang="en-US" sz="1200" b="0" baseline="0">
                <a:latin typeface="Times New Roman" panose="02020603050405020304" pitchFamily="18" charset="0"/>
              </a:rPr>
              <a:pPr/>
              <a:t>47</a:t>
            </a:fld>
            <a:endParaRPr lang="en-US" altLang="en-US" sz="1200" b="0" baseline="0">
              <a:latin typeface="Times New Roman" panose="02020603050405020304" pitchFamily="18" charset="0"/>
            </a:endParaRPr>
          </a:p>
        </p:txBody>
      </p:sp>
      <p:sp>
        <p:nvSpPr>
          <p:cNvPr id="95235" name="Rectangle 2">
            <a:extLst>
              <a:ext uri="{FF2B5EF4-FFF2-40B4-BE49-F238E27FC236}">
                <a16:creationId xmlns:a16="http://schemas.microsoft.com/office/drawing/2014/main" id="{89F0845D-2615-EBFF-EB9C-627D5454933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5352722E-51F3-0A89-F91A-3D5BE06504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B61D405F-1F02-B419-5AAD-927A68F4CE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0A901A9-41CE-46D5-AA30-2D0551D0E069}" type="slidenum">
              <a:rPr lang="en-US" altLang="en-US" sz="1200" b="0" baseline="0">
                <a:latin typeface="Times New Roman" panose="02020603050405020304" pitchFamily="18" charset="0"/>
              </a:rPr>
              <a:pPr/>
              <a:t>50</a:t>
            </a:fld>
            <a:endParaRPr lang="en-US" altLang="en-US" sz="1200" b="0" baseline="0">
              <a:latin typeface="Times New Roman" panose="02020603050405020304" pitchFamily="18" charset="0"/>
            </a:endParaRPr>
          </a:p>
        </p:txBody>
      </p:sp>
      <p:sp>
        <p:nvSpPr>
          <p:cNvPr id="96259" name="Rectangle 2">
            <a:extLst>
              <a:ext uri="{FF2B5EF4-FFF2-40B4-BE49-F238E27FC236}">
                <a16:creationId xmlns:a16="http://schemas.microsoft.com/office/drawing/2014/main" id="{FB35E890-BC95-76DB-E174-D0F0F952FB85}"/>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638BBA85-79BE-D8A2-5ED6-296C23DD8D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0C61F32D-4AB2-A6EB-256B-B161B3FC92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3AA7075-A462-4650-A23F-B86DDC119F4A}" type="slidenum">
              <a:rPr lang="en-US" altLang="en-US" sz="1200" b="0" baseline="0">
                <a:latin typeface="Times New Roman" panose="02020603050405020304" pitchFamily="18" charset="0"/>
              </a:rPr>
              <a:pPr/>
              <a:t>51</a:t>
            </a:fld>
            <a:endParaRPr lang="en-US" altLang="en-US" sz="1200" b="0" baseline="0">
              <a:latin typeface="Times New Roman" panose="02020603050405020304" pitchFamily="18" charset="0"/>
            </a:endParaRPr>
          </a:p>
        </p:txBody>
      </p:sp>
      <p:sp>
        <p:nvSpPr>
          <p:cNvPr id="97283" name="Rectangle 2">
            <a:extLst>
              <a:ext uri="{FF2B5EF4-FFF2-40B4-BE49-F238E27FC236}">
                <a16:creationId xmlns:a16="http://schemas.microsoft.com/office/drawing/2014/main" id="{05A9F836-7050-446D-CD6B-75D78D91DF93}"/>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8DD0C9D9-C532-83F7-DC42-760510980C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FB00435-A46E-11BC-342E-C1F5DCF3FC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17125F7-9596-4469-AD18-B971832D102F}" type="slidenum">
              <a:rPr lang="en-US" altLang="en-US" sz="1200" b="0" baseline="0">
                <a:latin typeface="Times New Roman" panose="02020603050405020304" pitchFamily="18" charset="0"/>
              </a:rPr>
              <a:pPr/>
              <a:t>52</a:t>
            </a:fld>
            <a:endParaRPr lang="en-US" altLang="en-US" sz="1200" b="0" baseline="0">
              <a:latin typeface="Times New Roman" panose="02020603050405020304" pitchFamily="18" charset="0"/>
            </a:endParaRPr>
          </a:p>
        </p:txBody>
      </p:sp>
      <p:sp>
        <p:nvSpPr>
          <p:cNvPr id="98307" name="Rectangle 2">
            <a:extLst>
              <a:ext uri="{FF2B5EF4-FFF2-40B4-BE49-F238E27FC236}">
                <a16:creationId xmlns:a16="http://schemas.microsoft.com/office/drawing/2014/main" id="{B82B30A2-7474-8F79-37EF-E2AEDE8E33AF}"/>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279EC14B-24F0-E20F-6541-19E60E1D40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84BEC44D-9FB2-B61D-3C43-7A1E8E415E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43C6795-5805-4CCB-95B2-BAEA221FBD88}" type="slidenum">
              <a:rPr lang="en-US" altLang="en-US" sz="1200" b="0" baseline="0">
                <a:latin typeface="Times New Roman" panose="02020603050405020304" pitchFamily="18" charset="0"/>
              </a:rPr>
              <a:pPr/>
              <a:t>53</a:t>
            </a:fld>
            <a:endParaRPr lang="en-US" altLang="en-US" sz="1200" b="0" baseline="0">
              <a:latin typeface="Times New Roman" panose="02020603050405020304" pitchFamily="18" charset="0"/>
            </a:endParaRPr>
          </a:p>
        </p:txBody>
      </p:sp>
      <p:sp>
        <p:nvSpPr>
          <p:cNvPr id="99331" name="Rectangle 2">
            <a:extLst>
              <a:ext uri="{FF2B5EF4-FFF2-40B4-BE49-F238E27FC236}">
                <a16:creationId xmlns:a16="http://schemas.microsoft.com/office/drawing/2014/main" id="{ABF0ABA9-9F44-CC40-1FDD-D183F225D4F1}"/>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9BBC8634-C9C7-A3E2-9B8D-1EDDD30069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CF7A158-2834-98A5-FEED-845EB8D552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C24473E-B2D9-4B9C-9F2A-0E5859A819E1}" type="slidenum">
              <a:rPr lang="en-US" altLang="en-US" sz="1200" b="0" baseline="0">
                <a:latin typeface="Times New Roman" panose="02020603050405020304" pitchFamily="18" charset="0"/>
              </a:rPr>
              <a:pPr/>
              <a:t>54</a:t>
            </a:fld>
            <a:endParaRPr lang="en-US" altLang="en-US" sz="1200" b="0" baseline="0">
              <a:latin typeface="Times New Roman" panose="02020603050405020304" pitchFamily="18" charset="0"/>
            </a:endParaRPr>
          </a:p>
        </p:txBody>
      </p:sp>
      <p:sp>
        <p:nvSpPr>
          <p:cNvPr id="100355" name="Rectangle 2">
            <a:extLst>
              <a:ext uri="{FF2B5EF4-FFF2-40B4-BE49-F238E27FC236}">
                <a16:creationId xmlns:a16="http://schemas.microsoft.com/office/drawing/2014/main" id="{64795B2A-54AF-AD19-E1DE-98B39856487A}"/>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F0A3571D-51F6-FE2D-4FBE-0173CA5598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40E36AC-7113-493F-4CD1-68E35F6CD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FAB2477-9FB2-4438-8423-143CB722B13C}" type="slidenum">
              <a:rPr lang="en-US" altLang="en-US" sz="1200" b="0" baseline="0">
                <a:latin typeface="Times New Roman" panose="02020603050405020304" pitchFamily="18" charset="0"/>
              </a:rPr>
              <a:pPr/>
              <a:t>55</a:t>
            </a:fld>
            <a:endParaRPr lang="en-US" altLang="en-US" sz="1200" b="0" baseline="0">
              <a:latin typeface="Times New Roman" panose="02020603050405020304" pitchFamily="18" charset="0"/>
            </a:endParaRPr>
          </a:p>
        </p:txBody>
      </p:sp>
      <p:sp>
        <p:nvSpPr>
          <p:cNvPr id="66563" name="Rectangle 2">
            <a:extLst>
              <a:ext uri="{FF2B5EF4-FFF2-40B4-BE49-F238E27FC236}">
                <a16:creationId xmlns:a16="http://schemas.microsoft.com/office/drawing/2014/main" id="{3BC179B6-755F-96F3-05CE-8E9BB6BAABB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78606271-1992-329C-1B91-28F94FA085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598903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5E3D1B0-CC0E-8F17-BDF6-6ED4CD9F8F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BD678F5-F9D6-4367-AC58-77662850DC5B}" type="slidenum">
              <a:rPr lang="en-US" altLang="en-US" sz="1200" b="0" baseline="0">
                <a:latin typeface="Times New Roman" panose="02020603050405020304" pitchFamily="18" charset="0"/>
              </a:rPr>
              <a:pPr/>
              <a:t>56</a:t>
            </a:fld>
            <a:endParaRPr lang="en-US" altLang="en-US" sz="1200" b="0" baseline="0">
              <a:latin typeface="Times New Roman" panose="02020603050405020304" pitchFamily="18" charset="0"/>
            </a:endParaRPr>
          </a:p>
        </p:txBody>
      </p:sp>
      <p:sp>
        <p:nvSpPr>
          <p:cNvPr id="68611" name="Rectangle 2">
            <a:extLst>
              <a:ext uri="{FF2B5EF4-FFF2-40B4-BE49-F238E27FC236}">
                <a16:creationId xmlns:a16="http://schemas.microsoft.com/office/drawing/2014/main" id="{6EF4274E-6CA4-4731-A554-29A06D93FAA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452A50B3-5CAE-FAAF-8049-97990B6DFB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488396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7904E443-A0CD-4A07-21AC-8ECDDC50A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D6575D8-9B7D-47AB-B768-9BBD99C0FDEB}" type="slidenum">
              <a:rPr lang="en-US" altLang="en-US" sz="1200" b="0" baseline="0">
                <a:latin typeface="Times New Roman" panose="02020603050405020304" pitchFamily="18" charset="0"/>
              </a:rPr>
              <a:pPr/>
              <a:t>57</a:t>
            </a:fld>
            <a:endParaRPr lang="en-US" altLang="en-US" sz="1200" b="0" baseline="0">
              <a:latin typeface="Times New Roman" panose="02020603050405020304" pitchFamily="18" charset="0"/>
            </a:endParaRPr>
          </a:p>
        </p:txBody>
      </p:sp>
      <p:sp>
        <p:nvSpPr>
          <p:cNvPr id="70659" name="Rectangle 2">
            <a:extLst>
              <a:ext uri="{FF2B5EF4-FFF2-40B4-BE49-F238E27FC236}">
                <a16:creationId xmlns:a16="http://schemas.microsoft.com/office/drawing/2014/main" id="{4DB13770-B571-95C3-958C-C582BBC004D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3BE7E7B7-FFCF-1F1F-0227-65DB467217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20389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A46138D-7E84-E1E7-CEF0-ED3E203A42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3B64846-367E-45FF-9DCB-43BAC6009D24}" type="slidenum">
              <a:rPr lang="en-US" altLang="en-US" sz="1200" b="0" baseline="0">
                <a:latin typeface="Times New Roman" panose="02020603050405020304" pitchFamily="18" charset="0"/>
              </a:rPr>
              <a:pPr/>
              <a:t>58</a:t>
            </a:fld>
            <a:endParaRPr lang="en-US" altLang="en-US" sz="1200" b="0" baseline="0">
              <a:latin typeface="Times New Roman" panose="02020603050405020304" pitchFamily="18" charset="0"/>
            </a:endParaRPr>
          </a:p>
        </p:txBody>
      </p:sp>
      <p:sp>
        <p:nvSpPr>
          <p:cNvPr id="86019" name="Rectangle 2">
            <a:extLst>
              <a:ext uri="{FF2B5EF4-FFF2-40B4-BE49-F238E27FC236}">
                <a16:creationId xmlns:a16="http://schemas.microsoft.com/office/drawing/2014/main" id="{C524FF01-0F09-2A62-F5E6-27EC9B5AA983}"/>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435A32F7-855B-9B23-E686-2500D1B6B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4063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A46138D-7E84-E1E7-CEF0-ED3E203A42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3B64846-367E-45FF-9DCB-43BAC6009D24}" type="slidenum">
              <a:rPr lang="en-US" altLang="en-US" sz="1200" b="0" baseline="0">
                <a:latin typeface="Times New Roman" panose="02020603050405020304" pitchFamily="18" charset="0"/>
              </a:rPr>
              <a:pPr/>
              <a:t>59</a:t>
            </a:fld>
            <a:endParaRPr lang="en-US" altLang="en-US" sz="1200" b="0" baseline="0">
              <a:latin typeface="Times New Roman" panose="02020603050405020304" pitchFamily="18" charset="0"/>
            </a:endParaRPr>
          </a:p>
        </p:txBody>
      </p:sp>
      <p:sp>
        <p:nvSpPr>
          <p:cNvPr id="86019" name="Rectangle 2">
            <a:extLst>
              <a:ext uri="{FF2B5EF4-FFF2-40B4-BE49-F238E27FC236}">
                <a16:creationId xmlns:a16="http://schemas.microsoft.com/office/drawing/2014/main" id="{C524FF01-0F09-2A62-F5E6-27EC9B5AA983}"/>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435A32F7-855B-9B23-E686-2500D1B6B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11354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A46138D-7E84-E1E7-CEF0-ED3E203A42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3B64846-367E-45FF-9DCB-43BAC6009D24}" type="slidenum">
              <a:rPr lang="en-US" altLang="en-US" sz="1200" b="0" baseline="0">
                <a:latin typeface="Times New Roman" panose="02020603050405020304" pitchFamily="18" charset="0"/>
              </a:rPr>
              <a:pPr/>
              <a:t>60</a:t>
            </a:fld>
            <a:endParaRPr lang="en-US" altLang="en-US" sz="1200" b="0" baseline="0">
              <a:latin typeface="Times New Roman" panose="02020603050405020304" pitchFamily="18" charset="0"/>
            </a:endParaRPr>
          </a:p>
        </p:txBody>
      </p:sp>
      <p:sp>
        <p:nvSpPr>
          <p:cNvPr id="86019" name="Rectangle 2">
            <a:extLst>
              <a:ext uri="{FF2B5EF4-FFF2-40B4-BE49-F238E27FC236}">
                <a16:creationId xmlns:a16="http://schemas.microsoft.com/office/drawing/2014/main" id="{C524FF01-0F09-2A62-F5E6-27EC9B5AA983}"/>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435A32F7-855B-9B23-E686-2500D1B6B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039293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5/24/2026</a:t>
            </a:fld>
            <a:endParaRPr lang="en-US" dirty="0"/>
          </a:p>
        </p:txBody>
      </p:sp>
      <p:sp>
        <p:nvSpPr>
          <p:cNvPr id="5" name="Footer Placeholder 4"/>
          <p:cNvSpPr>
            <a:spLocks noGrp="1"/>
          </p:cNvSpPr>
          <p:nvPr>
            <p:ph type="ftr" sz="quarter" idx="11"/>
          </p:nvPr>
        </p:nvSpPr>
        <p:spPr>
          <a:xfrm>
            <a:off x="2396319" y="329308"/>
            <a:ext cx="3086292" cy="309201"/>
          </a:xfrm>
        </p:spPr>
        <p:txBody>
          <a:bodyPr/>
          <a:lstStyle/>
          <a:p>
            <a:r>
              <a:rPr lang="en-US"/>
              <a:t>Computer Networks                      Dr. Dinesh Vij </a:t>
            </a:r>
          </a:p>
        </p:txBody>
      </p:sp>
      <p:sp>
        <p:nvSpPr>
          <p:cNvPr id="6" name="Slide Number Placeholder 5"/>
          <p:cNvSpPr>
            <a:spLocks noGrp="1"/>
          </p:cNvSpPr>
          <p:nvPr>
            <p:ph type="sldNum" sz="quarter" idx="12"/>
          </p:nvPr>
        </p:nvSpPr>
        <p:spPr>
          <a:xfrm>
            <a:off x="1434703" y="798973"/>
            <a:ext cx="802005"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3465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5/24/2026</a:t>
            </a:fld>
            <a:endParaRPr lang="en-US" dirty="0"/>
          </a:p>
        </p:txBody>
      </p:sp>
      <p:sp>
        <p:nvSpPr>
          <p:cNvPr id="5" name="Footer Placeholder 4"/>
          <p:cNvSpPr>
            <a:spLocks noGrp="1"/>
          </p:cNvSpPr>
          <p:nvPr>
            <p:ph type="ftr" sz="quarter" idx="11"/>
          </p:nvPr>
        </p:nvSpPr>
        <p:spPr/>
        <p:txBody>
          <a:bodyPr/>
          <a:lstStyle/>
          <a:p>
            <a:r>
              <a:rPr lang="en-US"/>
              <a:t>Computer Networks                      Dr. Dinesh Vij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31435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5/24/2026</a:t>
            </a:fld>
            <a:endParaRPr lang="en-US" dirty="0"/>
          </a:p>
        </p:txBody>
      </p:sp>
      <p:sp>
        <p:nvSpPr>
          <p:cNvPr id="5" name="Footer Placeholder 4"/>
          <p:cNvSpPr>
            <a:spLocks noGrp="1"/>
          </p:cNvSpPr>
          <p:nvPr>
            <p:ph type="ftr" sz="quarter" idx="11"/>
          </p:nvPr>
        </p:nvSpPr>
        <p:spPr/>
        <p:txBody>
          <a:bodyPr/>
          <a:lstStyle/>
          <a:p>
            <a:r>
              <a:rPr lang="en-US"/>
              <a:t>Computer Networks                      Dr. Dinesh Vij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490076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5/24/2026</a:t>
            </a:fld>
            <a:endParaRPr lang="en-US" dirty="0"/>
          </a:p>
        </p:txBody>
      </p:sp>
      <p:sp>
        <p:nvSpPr>
          <p:cNvPr id="6" name="Footer Placeholder 5"/>
          <p:cNvSpPr>
            <a:spLocks noGrp="1"/>
          </p:cNvSpPr>
          <p:nvPr>
            <p:ph type="ftr" sz="quarter" idx="11"/>
          </p:nvPr>
        </p:nvSpPr>
        <p:spPr/>
        <p:txBody>
          <a:bodyPr/>
          <a:lstStyle/>
          <a:p>
            <a:r>
              <a:rPr lang="en-US"/>
              <a:t>Computer Networks                      Dr. Dinesh Vij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56607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5/24/2026</a:t>
            </a:fld>
            <a:endParaRPr lang="en-US" dirty="0"/>
          </a:p>
        </p:txBody>
      </p:sp>
      <p:sp>
        <p:nvSpPr>
          <p:cNvPr id="8" name="Footer Placeholder 7"/>
          <p:cNvSpPr>
            <a:spLocks noGrp="1"/>
          </p:cNvSpPr>
          <p:nvPr>
            <p:ph type="ftr" sz="quarter" idx="11"/>
          </p:nvPr>
        </p:nvSpPr>
        <p:spPr/>
        <p:txBody>
          <a:bodyPr/>
          <a:lstStyle/>
          <a:p>
            <a:r>
              <a:rPr lang="en-US"/>
              <a:t>Computer Networks                      Dr. Dinesh Vij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9898596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5/24/2026</a:t>
            </a:fld>
            <a:endParaRPr lang="en-US" dirty="0"/>
          </a:p>
        </p:txBody>
      </p:sp>
      <p:sp>
        <p:nvSpPr>
          <p:cNvPr id="4" name="Footer Placeholder 3"/>
          <p:cNvSpPr>
            <a:spLocks noGrp="1"/>
          </p:cNvSpPr>
          <p:nvPr>
            <p:ph type="ftr" sz="quarter" idx="11"/>
          </p:nvPr>
        </p:nvSpPr>
        <p:spPr/>
        <p:txBody>
          <a:bodyPr/>
          <a:lstStyle/>
          <a:p>
            <a:r>
              <a:rPr lang="en-US"/>
              <a:t>Computer Networks                      Dr. Dinesh Vij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730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r>
              <a:rPr lang="en-US" altLang="en-US"/>
              <a:t>19.</a:t>
            </a:r>
            <a:fld id="{DB4F3E1F-5612-4DE6-B9B6-15469BAA855A}" type="slidenum">
              <a:rPr lang="en-US" altLang="en-US" smtClean="0"/>
              <a:pPr/>
              <a:t>‹#›</a:t>
            </a:fld>
            <a:endParaRPr lang="en-US" altLang="en-US"/>
          </a:p>
        </p:txBody>
      </p:sp>
    </p:spTree>
    <p:extLst>
      <p:ext uri="{BB962C8B-B14F-4D97-AF65-F5344CB8AC3E}">
        <p14:creationId xmlns:p14="http://schemas.microsoft.com/office/powerpoint/2010/main" val="265423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5/24/2026</a:t>
            </a:fld>
            <a:endParaRPr lang="en-US" dirty="0"/>
          </a:p>
        </p:txBody>
      </p:sp>
      <p:sp>
        <p:nvSpPr>
          <p:cNvPr id="6" name="Footer Placeholder 5"/>
          <p:cNvSpPr>
            <a:spLocks noGrp="1"/>
          </p:cNvSpPr>
          <p:nvPr>
            <p:ph type="ftr" sz="quarter" idx="11"/>
          </p:nvPr>
        </p:nvSpPr>
        <p:spPr/>
        <p:txBody>
          <a:bodyPr/>
          <a:lstStyle/>
          <a:p>
            <a:r>
              <a:rPr lang="en-US"/>
              <a:t>Computer Networks                      Dr. Dinesh Vij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895831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48A87A34-81AB-432B-8DAE-1953F412C126}" type="datetimeFigureOut">
              <a:rPr lang="en-US" dirty="0"/>
              <a:pPr/>
              <a:t>5/24/2026</a:t>
            </a:fld>
            <a:endParaRPr lang="en-US" dirty="0"/>
          </a:p>
        </p:txBody>
      </p:sp>
      <p:sp>
        <p:nvSpPr>
          <p:cNvPr id="6" name="Footer Placeholder 5"/>
          <p:cNvSpPr>
            <a:spLocks noGrp="1"/>
          </p:cNvSpPr>
          <p:nvPr>
            <p:ph type="ftr" sz="quarter" idx="11"/>
          </p:nvPr>
        </p:nvSpPr>
        <p:spPr>
          <a:xfrm>
            <a:off x="1437530" y="318641"/>
            <a:ext cx="3251553" cy="320931"/>
          </a:xfrm>
        </p:spPr>
        <p:txBody>
          <a:bodyPr/>
          <a:lstStyle/>
          <a:p>
            <a:r>
              <a:rPr lang="en-US"/>
              <a:t>Computer Networks                      Dr. Dinesh Vij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71453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5/24/2026</a:t>
            </a:fld>
            <a:endParaRPr lang="en-US" dirty="0"/>
          </a:p>
        </p:txBody>
      </p:sp>
      <p:sp>
        <p:nvSpPr>
          <p:cNvPr id="5" name="Footer Placeholder 4"/>
          <p:cNvSpPr>
            <a:spLocks noGrp="1"/>
          </p:cNvSpPr>
          <p:nvPr>
            <p:ph type="ftr" sz="quarter" idx="11"/>
          </p:nvPr>
        </p:nvSpPr>
        <p:spPr/>
        <p:txBody>
          <a:bodyPr/>
          <a:lstStyle/>
          <a:p>
            <a:r>
              <a:rPr lang="en-US"/>
              <a:t>Computer Networks                      Dr. Dinesh Vij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1525118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5/24/2026</a:t>
            </a:fld>
            <a:endParaRPr lang="en-US" dirty="0"/>
          </a:p>
        </p:txBody>
      </p:sp>
      <p:sp>
        <p:nvSpPr>
          <p:cNvPr id="5" name="Footer Placeholder 4"/>
          <p:cNvSpPr>
            <a:spLocks noGrp="1"/>
          </p:cNvSpPr>
          <p:nvPr>
            <p:ph type="ftr" sz="quarter" idx="11"/>
          </p:nvPr>
        </p:nvSpPr>
        <p:spPr/>
        <p:txBody>
          <a:bodyPr/>
          <a:lstStyle/>
          <a:p>
            <a:r>
              <a:rPr lang="en-US"/>
              <a:t>Computer Networks                      Dr. Dinesh Vij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49747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70C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Computer Networks                      Dr. Dinesh Vij </a:t>
            </a:r>
            <a:endParaRPr/>
          </a:p>
        </p:txBody>
      </p:sp>
    </p:spTree>
    <p:extLst>
      <p:ext uri="{BB962C8B-B14F-4D97-AF65-F5344CB8AC3E}">
        <p14:creationId xmlns:p14="http://schemas.microsoft.com/office/powerpoint/2010/main" val="4233124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6">
            <a:extLst>
              <a:ext uri="{FF2B5EF4-FFF2-40B4-BE49-F238E27FC236}">
                <a16:creationId xmlns:a16="http://schemas.microsoft.com/office/drawing/2014/main" id="{D4E89BF0-4A48-030C-4776-0665D4F6BABE}"/>
              </a:ext>
            </a:extLst>
          </p:cNvPr>
          <p:cNvSpPr>
            <a:spLocks noGrp="1" noChangeArrowheads="1"/>
          </p:cNvSpPr>
          <p:nvPr>
            <p:ph type="sldNum" sz="quarter" idx="10"/>
          </p:nvPr>
        </p:nvSpPr>
        <p:spPr>
          <a:ln/>
        </p:spPr>
        <p:txBody>
          <a:bodyPr/>
          <a:lstStyle>
            <a:lvl1pPr>
              <a:defRPr/>
            </a:lvl1pPr>
          </a:lstStyle>
          <a:p>
            <a:r>
              <a:rPr lang="en-US" altLang="en-US"/>
              <a:t>19.</a:t>
            </a:r>
            <a:fld id="{1991AF00-82CA-47C1-900F-143DDEABB10C}" type="slidenum">
              <a:rPr lang="en-US" altLang="en-US"/>
              <a:pPr/>
              <a:t>‹#›</a:t>
            </a:fld>
            <a:endParaRPr lang="en-US" altLang="en-US"/>
          </a:p>
        </p:txBody>
      </p:sp>
    </p:spTree>
    <p:extLst>
      <p:ext uri="{BB962C8B-B14F-4D97-AF65-F5344CB8AC3E}">
        <p14:creationId xmlns:p14="http://schemas.microsoft.com/office/powerpoint/2010/main" val="1529309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5">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5/24/2026</a:t>
            </a:fld>
            <a:endParaRPr lang="en-US" dirty="0"/>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Computer Networks                      Dr. Dinesh Vij </a:t>
            </a:r>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151656053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sldNum="0" hdr="0" ftr="0" dt="0"/>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p:nvPr/>
        </p:nvSpPr>
        <p:spPr>
          <a:xfrm>
            <a:off x="0" y="1404594"/>
            <a:ext cx="9144000" cy="90497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400"/>
              </a:spcBef>
              <a:spcAft>
                <a:spcPts val="0"/>
              </a:spcAft>
              <a:buNone/>
            </a:pPr>
            <a:endParaRPr sz="3600" b="1" i="0" u="none" strike="noStrike" cap="none"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Google Shape;95;p1">
            <a:extLst>
              <a:ext uri="{FF2B5EF4-FFF2-40B4-BE49-F238E27FC236}">
                <a16:creationId xmlns:a16="http://schemas.microsoft.com/office/drawing/2014/main" id="{8BD4F68A-8E43-E5F9-0BFE-37E10167E2BA}"/>
              </a:ext>
            </a:extLst>
          </p:cNvPr>
          <p:cNvSpPr txBox="1"/>
          <p:nvPr/>
        </p:nvSpPr>
        <p:spPr>
          <a:xfrm>
            <a:off x="-94021" y="1319752"/>
            <a:ext cx="9144000" cy="6381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00000"/>
              </a:lnSpc>
              <a:spcBef>
                <a:spcPts val="400"/>
              </a:spcBef>
              <a:spcAft>
                <a:spcPts val="0"/>
              </a:spcAft>
              <a:buNone/>
            </a:pPr>
            <a:r>
              <a:rPr lang="en-US" sz="32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Network Classes and Subnetting, </a:t>
            </a:r>
          </a:p>
          <a:p>
            <a:pPr marL="0" marR="0" lvl="0" indent="0" algn="ctr" rtl="0">
              <a:lnSpc>
                <a:spcPct val="100000"/>
              </a:lnSpc>
              <a:spcBef>
                <a:spcPts val="400"/>
              </a:spcBef>
              <a:spcAft>
                <a:spcPts val="0"/>
              </a:spcAft>
              <a:buNone/>
            </a:pPr>
            <a:r>
              <a:rPr lang="en-US" sz="32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Troubleshooting</a:t>
            </a:r>
            <a:endParaRPr lang="en-GB" sz="32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r>
              <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Department of Computer Science and </a:t>
            </a: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Applications</a:t>
            </a:r>
            <a:r>
              <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p>
          <a:p>
            <a:pPr marL="0" marR="0" lvl="0" indent="0" algn="ctr" rtl="0">
              <a:lnSpc>
                <a:spcPct val="100000"/>
              </a:lnSpc>
              <a:spcBef>
                <a:spcPts val="400"/>
              </a:spcBef>
              <a:spcAft>
                <a:spcPts val="0"/>
              </a:spcAft>
              <a:buNone/>
            </a:pP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MITWPU</a:t>
            </a:r>
            <a:r>
              <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Pun</a:t>
            </a: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e</a:t>
            </a: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None/>
            </a:pP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Prepared by:</a:t>
            </a:r>
          </a:p>
          <a:p>
            <a:pPr marL="0" marR="0" lvl="0" indent="0" algn="ctr" rtl="0">
              <a:lnSpc>
                <a:spcPct val="100000"/>
              </a:lnSpc>
              <a:spcBef>
                <a:spcPts val="400"/>
              </a:spcBef>
              <a:spcAft>
                <a:spcPts val="0"/>
              </a:spcAft>
              <a:buNone/>
            </a:pP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Dr. Suvarna Sharma</a:t>
            </a: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40"/>
              </a:spcBef>
              <a:spcAft>
                <a:spcPts val="0"/>
              </a:spcAft>
              <a:buNone/>
            </a:pPr>
            <a:endParaRPr sz="20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p:nvPr/>
        </p:nvSpPr>
        <p:spPr>
          <a:xfrm>
            <a:off x="1299054" y="1124892"/>
            <a:ext cx="6019560" cy="83772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US"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Index</a:t>
            </a:r>
            <a:endParaRPr sz="3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Slide Number Placeholder 3">
            <a:extLst>
              <a:ext uri="{FF2B5EF4-FFF2-40B4-BE49-F238E27FC236}">
                <a16:creationId xmlns:a16="http://schemas.microsoft.com/office/drawing/2014/main" id="{DD59BD63-FBEC-CF70-B500-DFEB766D15F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a:t>
            </a:fld>
            <a:endParaRPr lang="en-US"/>
          </a:p>
        </p:txBody>
      </p:sp>
      <p:sp>
        <p:nvSpPr>
          <p:cNvPr id="5" name="Google Shape;105;p2">
            <a:extLst>
              <a:ext uri="{FF2B5EF4-FFF2-40B4-BE49-F238E27FC236}">
                <a16:creationId xmlns:a16="http://schemas.microsoft.com/office/drawing/2014/main" id="{3B71A5BC-6F31-C88B-BBDB-5107CF16C957}"/>
              </a:ext>
            </a:extLst>
          </p:cNvPr>
          <p:cNvSpPr txBox="1">
            <a:spLocks noGrp="1"/>
          </p:cNvSpPr>
          <p:nvPr/>
        </p:nvSpPr>
        <p:spPr>
          <a:xfrm>
            <a:off x="1424312" y="2084139"/>
            <a:ext cx="7826002" cy="403973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marR="0" lvl="0" indent="0" algn="l" rtl="0">
              <a:lnSpc>
                <a:spcPct val="150000"/>
              </a:lnSpc>
              <a:spcBef>
                <a:spcPts val="0"/>
              </a:spcBef>
              <a:spcAft>
                <a:spcPts val="0"/>
              </a:spcAft>
              <a:buClr>
                <a:schemeClr val="dk1"/>
              </a:buClr>
              <a:buSzPts val="2800"/>
              <a:buNone/>
            </a:pPr>
            <a:r>
              <a:rPr lang="en-US" sz="1800" b="0" i="0" u="none" strike="noStrike" cap="none" dirty="0">
                <a:solidFill>
                  <a:schemeClr val="dk1"/>
                </a:solidFill>
                <a:latin typeface="Times New Roman"/>
                <a:ea typeface="Times New Roman"/>
                <a:cs typeface="Times New Roman"/>
                <a:sym typeface="Times New Roman"/>
              </a:rPr>
              <a:t>1. IP Address</a:t>
            </a:r>
            <a:endParaRPr sz="1800" dirty="0"/>
          </a:p>
          <a:p>
            <a:pPr marL="0" marR="0" lvl="0" indent="0" algn="l" rtl="0">
              <a:lnSpc>
                <a:spcPct val="150000"/>
              </a:lnSpc>
              <a:spcBef>
                <a:spcPts val="0"/>
              </a:spcBef>
              <a:spcAft>
                <a:spcPts val="0"/>
              </a:spcAft>
              <a:buClr>
                <a:schemeClr val="dk1"/>
              </a:buClr>
              <a:buSzPts val="2800"/>
              <a:buNone/>
            </a:pPr>
            <a:r>
              <a:rPr lang="en-US" sz="1800" dirty="0">
                <a:latin typeface="Times New Roman"/>
                <a:ea typeface="Times New Roman"/>
                <a:cs typeface="Times New Roman"/>
                <a:sym typeface="Times New Roman"/>
              </a:rPr>
              <a:t>2. Classful Addressing</a:t>
            </a:r>
          </a:p>
          <a:p>
            <a:pPr marL="0" marR="0" lvl="0" indent="0" algn="l" rtl="0">
              <a:lnSpc>
                <a:spcPct val="150000"/>
              </a:lnSpc>
              <a:spcBef>
                <a:spcPts val="0"/>
              </a:spcBef>
              <a:spcAft>
                <a:spcPts val="0"/>
              </a:spcAft>
              <a:buClr>
                <a:schemeClr val="dk1"/>
              </a:buClr>
              <a:buSzPts val="2800"/>
              <a:buNone/>
            </a:pPr>
            <a:r>
              <a:rPr lang="en-US" sz="1800" dirty="0">
                <a:latin typeface="Times New Roman"/>
                <a:ea typeface="Times New Roman"/>
                <a:cs typeface="Times New Roman"/>
                <a:sym typeface="Times New Roman"/>
              </a:rPr>
              <a:t>3. Hierarchy of IPv4 Addresses</a:t>
            </a:r>
          </a:p>
          <a:p>
            <a:pPr marL="0" marR="0" lvl="0" indent="0" algn="l" rtl="0">
              <a:lnSpc>
                <a:spcPct val="150000"/>
              </a:lnSpc>
              <a:spcBef>
                <a:spcPts val="0"/>
              </a:spcBef>
              <a:spcAft>
                <a:spcPts val="0"/>
              </a:spcAft>
              <a:buClr>
                <a:schemeClr val="dk1"/>
              </a:buClr>
              <a:buSzPts val="2800"/>
              <a:buNone/>
            </a:pPr>
            <a:r>
              <a:rPr lang="en-US" sz="1800" dirty="0">
                <a:latin typeface="Times New Roman"/>
                <a:cs typeface="Times New Roman"/>
                <a:sym typeface="Times New Roman"/>
              </a:rPr>
              <a:t>4. Network Classes (A,B,C,D,E)</a:t>
            </a:r>
          </a:p>
          <a:p>
            <a:pPr marL="0" marR="0" lvl="0" indent="0" algn="l" rtl="0">
              <a:lnSpc>
                <a:spcPct val="150000"/>
              </a:lnSpc>
              <a:spcBef>
                <a:spcPts val="0"/>
              </a:spcBef>
              <a:spcAft>
                <a:spcPts val="0"/>
              </a:spcAft>
              <a:buClr>
                <a:schemeClr val="dk1"/>
              </a:buClr>
              <a:buSzPts val="2800"/>
              <a:buNone/>
            </a:pPr>
            <a:r>
              <a:rPr lang="en-US" sz="1800" dirty="0">
                <a:latin typeface="Times New Roman"/>
                <a:cs typeface="Times New Roman"/>
                <a:sym typeface="Times New Roman"/>
              </a:rPr>
              <a:t>5. Subnetting</a:t>
            </a: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5D88A98-BD39-846A-357E-A856DCC4755B}"/>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6AC88C31-9246-7E4B-9F87-96E7990A4B23}"/>
              </a:ext>
            </a:extLst>
          </p:cNvPr>
          <p:cNvSpPr txBox="1"/>
          <p:nvPr/>
        </p:nvSpPr>
        <p:spPr>
          <a:xfrm>
            <a:off x="1308994" y="1003365"/>
            <a:ext cx="6019560" cy="83772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US"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IPv4 Address</a:t>
            </a:r>
            <a:endPar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Slide Number Placeholder 3">
            <a:extLst>
              <a:ext uri="{FF2B5EF4-FFF2-40B4-BE49-F238E27FC236}">
                <a16:creationId xmlns:a16="http://schemas.microsoft.com/office/drawing/2014/main" id="{A8149942-4CEB-3F0D-5349-BDCD3BFBD70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a:t>
            </a:fld>
            <a:endParaRPr lang="en-US"/>
          </a:p>
        </p:txBody>
      </p:sp>
      <p:sp>
        <p:nvSpPr>
          <p:cNvPr id="5" name="Google Shape;105;p2">
            <a:extLst>
              <a:ext uri="{FF2B5EF4-FFF2-40B4-BE49-F238E27FC236}">
                <a16:creationId xmlns:a16="http://schemas.microsoft.com/office/drawing/2014/main" id="{D0EBDA0F-F78D-2DAD-B3C0-00C9F9963A09}"/>
              </a:ext>
            </a:extLst>
          </p:cNvPr>
          <p:cNvSpPr txBox="1">
            <a:spLocks noGrp="1"/>
          </p:cNvSpPr>
          <p:nvPr/>
        </p:nvSpPr>
        <p:spPr>
          <a:xfrm>
            <a:off x="758391" y="2173591"/>
            <a:ext cx="7826002" cy="403973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An IP address is a unique global address for a network interface </a:t>
            </a:r>
          </a:p>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Exceptions:</a:t>
            </a:r>
          </a:p>
          <a:p>
            <a:pPr marL="742950" lvl="1" indent="-285750">
              <a:lnSpc>
                <a:spcPct val="150000"/>
              </a:lnSpc>
              <a:spcBef>
                <a:spcPts val="0"/>
              </a:spcBef>
              <a:buSzPts val="2800"/>
              <a:buFont typeface="Wingdings" panose="05000000000000000000" pitchFamily="2" charset="2"/>
              <a:buChar char="§"/>
            </a:pPr>
            <a:r>
              <a:rPr lang="en-US" sz="1600" dirty="0">
                <a:latin typeface="Times New Roman"/>
                <a:ea typeface="Times New Roman"/>
                <a:cs typeface="Times New Roman"/>
                <a:sym typeface="Times New Roman"/>
              </a:rPr>
              <a:t>	</a:t>
            </a:r>
            <a:r>
              <a:rPr lang="en-US" sz="1600" b="0" i="0" u="none" strike="noStrike" cap="none" dirty="0">
                <a:solidFill>
                  <a:schemeClr val="dk1"/>
                </a:solidFill>
                <a:latin typeface="Times New Roman"/>
                <a:ea typeface="Times New Roman"/>
                <a:cs typeface="Times New Roman"/>
                <a:sym typeface="Times New Roman"/>
              </a:rPr>
              <a:t>Dynamically assigned IP addresses</a:t>
            </a:r>
          </a:p>
          <a:p>
            <a:pPr marL="742950" lvl="1" indent="-285750">
              <a:lnSpc>
                <a:spcPct val="150000"/>
              </a:lnSpc>
              <a:spcBef>
                <a:spcPts val="0"/>
              </a:spcBef>
              <a:buSzPts val="2800"/>
              <a:buFont typeface="Wingdings" panose="05000000000000000000" pitchFamily="2" charset="2"/>
              <a:buChar char="§"/>
            </a:pPr>
            <a:r>
              <a:rPr lang="en-US" sz="1600" dirty="0">
                <a:latin typeface="Times New Roman"/>
                <a:ea typeface="Times New Roman"/>
                <a:cs typeface="Times New Roman"/>
                <a:sym typeface="Times New Roman"/>
              </a:rPr>
              <a:t>	</a:t>
            </a:r>
            <a:r>
              <a:rPr lang="en-US" sz="1600" b="0" i="0" u="none" strike="noStrike" cap="none" dirty="0">
                <a:solidFill>
                  <a:schemeClr val="dk1"/>
                </a:solidFill>
                <a:latin typeface="Times New Roman"/>
                <a:ea typeface="Times New Roman"/>
                <a:cs typeface="Times New Roman"/>
                <a:sym typeface="Times New Roman"/>
              </a:rPr>
              <a:t>IP addresses in private networks </a:t>
            </a:r>
          </a:p>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An IP address: </a:t>
            </a:r>
          </a:p>
          <a:p>
            <a:pPr marL="0" indent="0">
              <a:lnSpc>
                <a:spcPct val="150000"/>
              </a:lnSpc>
              <a:spcBef>
                <a:spcPts val="0"/>
              </a:spcBef>
              <a:buSzPts val="2800"/>
              <a:buNone/>
            </a:pPr>
            <a:r>
              <a:rPr lang="en-US" sz="1800" dirty="0">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is a 32 bit long identifier </a:t>
            </a:r>
          </a:p>
          <a:p>
            <a:pPr marL="0" indent="0">
              <a:lnSpc>
                <a:spcPct val="150000"/>
              </a:lnSpc>
              <a:spcBef>
                <a:spcPts val="0"/>
              </a:spcBef>
              <a:buSzPts val="2800"/>
              <a:buNone/>
            </a:pPr>
            <a:r>
              <a:rPr lang="en-US" sz="1800" dirty="0">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encodes a network number (network prefix)  and a host number </a:t>
            </a:r>
            <a:endParaRPr sz="1800" dirty="0"/>
          </a:p>
        </p:txBody>
      </p:sp>
    </p:spTree>
    <p:extLst>
      <p:ext uri="{BB962C8B-B14F-4D97-AF65-F5344CB8AC3E}">
        <p14:creationId xmlns:p14="http://schemas.microsoft.com/office/powerpoint/2010/main" val="182074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AB220E0F-7DAC-9637-534E-2064B0F54F55}"/>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F66062B3-7FF9-4D83-83A7-AF06A646ABE7}"/>
              </a:ext>
            </a:extLst>
          </p:cNvPr>
          <p:cNvSpPr txBox="1"/>
          <p:nvPr/>
        </p:nvSpPr>
        <p:spPr>
          <a:xfrm>
            <a:off x="1308994" y="1003365"/>
            <a:ext cx="6019560" cy="83772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US" sz="3200" b="1" dirty="0">
                <a:solidFill>
                  <a:srgbClr val="000000"/>
                </a:solidFill>
                <a:latin typeface="Times New Roman" panose="02020603050405020304" pitchFamily="18" charset="0"/>
                <a:cs typeface="Times New Roman" panose="02020603050405020304" pitchFamily="18" charset="0"/>
                <a:sym typeface="Times New Roman"/>
              </a:rPr>
              <a:t>Network Prefix and host number </a:t>
            </a:r>
            <a:endPar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Slide Number Placeholder 3">
            <a:extLst>
              <a:ext uri="{FF2B5EF4-FFF2-40B4-BE49-F238E27FC236}">
                <a16:creationId xmlns:a16="http://schemas.microsoft.com/office/drawing/2014/main" id="{F88E1B3D-C4D7-DF7F-BD47-5997621810DC}"/>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a:t>
            </a:fld>
            <a:endParaRPr lang="en-US"/>
          </a:p>
        </p:txBody>
      </p:sp>
      <p:sp>
        <p:nvSpPr>
          <p:cNvPr id="5" name="Google Shape;105;p2">
            <a:extLst>
              <a:ext uri="{FF2B5EF4-FFF2-40B4-BE49-F238E27FC236}">
                <a16:creationId xmlns:a16="http://schemas.microsoft.com/office/drawing/2014/main" id="{86B7DBD7-D430-FA1C-35C6-F67A32156F04}"/>
              </a:ext>
            </a:extLst>
          </p:cNvPr>
          <p:cNvSpPr txBox="1">
            <a:spLocks noGrp="1"/>
          </p:cNvSpPr>
          <p:nvPr/>
        </p:nvSpPr>
        <p:spPr>
          <a:xfrm>
            <a:off x="470158" y="2173591"/>
            <a:ext cx="8257561" cy="403973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The network prefix identifies a network and the host number identifies a specific host (actually, interface on the network). </a:t>
            </a:r>
          </a:p>
          <a:p>
            <a:pPr marL="0" indent="0">
              <a:lnSpc>
                <a:spcPct val="150000"/>
              </a:lnSpc>
              <a:spcBef>
                <a:spcPts val="0"/>
              </a:spcBef>
              <a:buSzPts val="2800"/>
              <a:buNone/>
            </a:pPr>
            <a:endParaRPr lang="en-US" sz="1800" b="0" i="0" u="none" strike="noStrike" cap="none" dirty="0">
              <a:solidFill>
                <a:schemeClr val="dk1"/>
              </a:solidFill>
              <a:latin typeface="Times New Roman"/>
              <a:ea typeface="Times New Roman"/>
              <a:cs typeface="Times New Roman"/>
              <a:sym typeface="Times New Roman"/>
            </a:endParaRPr>
          </a:p>
          <a:p>
            <a:pPr marL="0" indent="0">
              <a:lnSpc>
                <a:spcPct val="150000"/>
              </a:lnSpc>
              <a:spcBef>
                <a:spcPts val="0"/>
              </a:spcBef>
              <a:buSzPts val="2800"/>
              <a:buNone/>
            </a:pPr>
            <a:endParaRPr lang="en-US" sz="1800" b="0" i="0" u="none" strike="noStrike" cap="none" dirty="0">
              <a:solidFill>
                <a:schemeClr val="dk1"/>
              </a:solidFill>
              <a:latin typeface="Times New Roman"/>
              <a:ea typeface="Times New Roman"/>
              <a:cs typeface="Times New Roman"/>
              <a:sym typeface="Times New Roman"/>
            </a:endParaRPr>
          </a:p>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How do we know how long the network prefix is?  </a:t>
            </a:r>
          </a:p>
          <a:p>
            <a:pPr marL="0" indent="0">
              <a:lnSpc>
                <a:spcPct val="150000"/>
              </a:lnSpc>
              <a:spcBef>
                <a:spcPts val="0"/>
              </a:spcBef>
              <a:buSzPts val="2800"/>
              <a:buNone/>
            </a:pPr>
            <a:r>
              <a:rPr lang="en-US" sz="1800" dirty="0">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Before 1993: The network prefix is implicitly defined (see class-based addressing) </a:t>
            </a:r>
          </a:p>
          <a:p>
            <a:pPr marL="0" indent="0">
              <a:lnSpc>
                <a:spcPct val="150000"/>
              </a:lnSpc>
              <a:spcBef>
                <a:spcPts val="0"/>
              </a:spcBef>
              <a:buSzPts val="2800"/>
              <a:buNone/>
            </a:pPr>
            <a:r>
              <a:rPr lang="en-US" sz="1800" b="0" i="0" u="none" strike="noStrike" cap="none" dirty="0">
                <a:solidFill>
                  <a:schemeClr val="dk1"/>
                </a:solidFill>
                <a:latin typeface="Times New Roman"/>
                <a:ea typeface="Times New Roman"/>
                <a:cs typeface="Times New Roman"/>
                <a:sym typeface="Times New Roman"/>
              </a:rPr>
              <a:t>	or</a:t>
            </a:r>
          </a:p>
          <a:p>
            <a:pPr marL="0" indent="0">
              <a:lnSpc>
                <a:spcPct val="150000"/>
              </a:lnSpc>
              <a:spcBef>
                <a:spcPts val="0"/>
              </a:spcBef>
              <a:buSzPts val="2800"/>
              <a:buNone/>
            </a:pPr>
            <a:r>
              <a:rPr lang="en-US" sz="1800" dirty="0">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After 1993: The network prefix is indicated by a netmask.</a:t>
            </a:r>
            <a:endParaRPr sz="1800" dirty="0"/>
          </a:p>
        </p:txBody>
      </p:sp>
      <p:graphicFrame>
        <p:nvGraphicFramePr>
          <p:cNvPr id="4" name="Table 3">
            <a:extLst>
              <a:ext uri="{FF2B5EF4-FFF2-40B4-BE49-F238E27FC236}">
                <a16:creationId xmlns:a16="http://schemas.microsoft.com/office/drawing/2014/main" id="{C10AB56E-CC0C-3FE4-30F0-9B27F06ACF39}"/>
              </a:ext>
            </a:extLst>
          </p:cNvPr>
          <p:cNvGraphicFramePr>
            <a:graphicFrameLocks noGrp="1"/>
          </p:cNvGraphicFramePr>
          <p:nvPr>
            <p:extLst>
              <p:ext uri="{D42A27DB-BD31-4B8C-83A1-F6EECF244321}">
                <p14:modId xmlns:p14="http://schemas.microsoft.com/office/powerpoint/2010/main" val="4115937763"/>
              </p:ext>
            </p:extLst>
          </p:nvPr>
        </p:nvGraphicFramePr>
        <p:xfrm>
          <a:off x="1712844" y="3243580"/>
          <a:ext cx="6096000" cy="3708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89647456"/>
                    </a:ext>
                  </a:extLst>
                </a:gridCol>
                <a:gridCol w="3048000">
                  <a:extLst>
                    <a:ext uri="{9D8B030D-6E8A-4147-A177-3AD203B41FA5}">
                      <a16:colId xmlns:a16="http://schemas.microsoft.com/office/drawing/2014/main" val="464503518"/>
                    </a:ext>
                  </a:extLst>
                </a:gridCol>
              </a:tblGrid>
              <a:tr h="37084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i="0" u="none" strike="noStrike" cap="none" dirty="0">
                          <a:solidFill>
                            <a:schemeClr val="dk1"/>
                          </a:solidFill>
                          <a:latin typeface="Times New Roman"/>
                          <a:ea typeface="Times New Roman"/>
                          <a:cs typeface="Times New Roman"/>
                          <a:sym typeface="Times New Roman"/>
                        </a:rPr>
                        <a:t>network prefix </a:t>
                      </a:r>
                    </a:p>
                  </a:txBody>
                  <a:tcPr>
                    <a:solidFill>
                      <a:schemeClr val="accent3">
                        <a:lumMod val="40000"/>
                        <a:lumOff val="6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i="0" u="none" strike="noStrike" cap="none" dirty="0">
                          <a:solidFill>
                            <a:schemeClr val="dk1"/>
                          </a:solidFill>
                          <a:latin typeface="Times New Roman"/>
                          <a:ea typeface="Times New Roman"/>
                          <a:cs typeface="Times New Roman"/>
                          <a:sym typeface="Times New Roman"/>
                        </a:rPr>
                        <a:t>host number </a:t>
                      </a:r>
                    </a:p>
                  </a:txBody>
                  <a:tcPr>
                    <a:solidFill>
                      <a:schemeClr val="accent2">
                        <a:lumMod val="60000"/>
                        <a:lumOff val="40000"/>
                      </a:schemeClr>
                    </a:solidFill>
                  </a:tcPr>
                </a:tc>
                <a:extLst>
                  <a:ext uri="{0D108BD9-81ED-4DB2-BD59-A6C34878D82A}">
                    <a16:rowId xmlns:a16="http://schemas.microsoft.com/office/drawing/2014/main" val="2625546906"/>
                  </a:ext>
                </a:extLst>
              </a:tr>
            </a:tbl>
          </a:graphicData>
        </a:graphic>
      </p:graphicFrame>
    </p:spTree>
    <p:extLst>
      <p:ext uri="{BB962C8B-B14F-4D97-AF65-F5344CB8AC3E}">
        <p14:creationId xmlns:p14="http://schemas.microsoft.com/office/powerpoint/2010/main" val="2609475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Text Box 3">
            <a:extLst>
              <a:ext uri="{FF2B5EF4-FFF2-40B4-BE49-F238E27FC236}">
                <a16:creationId xmlns:a16="http://schemas.microsoft.com/office/drawing/2014/main" id="{1A58E770-B048-9E76-C75D-BEFA5A054863}"/>
              </a:ext>
            </a:extLst>
          </p:cNvPr>
          <p:cNvSpPr txBox="1">
            <a:spLocks noChangeArrowheads="1"/>
          </p:cNvSpPr>
          <p:nvPr/>
        </p:nvSpPr>
        <p:spPr bwMode="auto">
          <a:xfrm>
            <a:off x="1510645" y="246141"/>
            <a:ext cx="3643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cs typeface="Times New Roman" panose="02020603050405020304" pitchFamily="18" charset="0"/>
              </a:rPr>
              <a:t>IPv4 ADDRESSES</a:t>
            </a:r>
          </a:p>
        </p:txBody>
      </p:sp>
      <p:sp>
        <p:nvSpPr>
          <p:cNvPr id="4099" name="Text Box 4">
            <a:extLst>
              <a:ext uri="{FF2B5EF4-FFF2-40B4-BE49-F238E27FC236}">
                <a16:creationId xmlns:a16="http://schemas.microsoft.com/office/drawing/2014/main" id="{225F10B2-E3DC-68B0-F4D1-EF65C4722139}"/>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sz="1800" baseline="0">
              <a:latin typeface="Times New Roman" panose="02020603050405020304" pitchFamily="18" charset="0"/>
            </a:endParaRPr>
          </a:p>
        </p:txBody>
      </p:sp>
      <p:sp>
        <p:nvSpPr>
          <p:cNvPr id="4100" name="Rectangle 5">
            <a:extLst>
              <a:ext uri="{FF2B5EF4-FFF2-40B4-BE49-F238E27FC236}">
                <a16:creationId xmlns:a16="http://schemas.microsoft.com/office/drawing/2014/main" id="{71198A61-F37F-8D6B-26A4-B23B53E8BD79}"/>
              </a:ext>
            </a:extLst>
          </p:cNvPr>
          <p:cNvSpPr>
            <a:spLocks noChangeArrowheads="1"/>
          </p:cNvSpPr>
          <p:nvPr/>
        </p:nvSpPr>
        <p:spPr bwMode="auto">
          <a:xfrm>
            <a:off x="735496" y="1012679"/>
            <a:ext cx="7798904"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An IPv4 address is a 32-bit address that uniquely and universally defines the connection of a device (for example, a computer or a router) to the Internet.</a:t>
            </a:r>
          </a:p>
          <a:p>
            <a:pPr marL="179388" indent="-179388"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Each computer in a TCP/IP network must be given a unique identifier, or IP address.</a:t>
            </a:r>
          </a:p>
          <a:p>
            <a:pPr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This address, which operates at Layer 3, allows one computer to locate another computer on a network. </a:t>
            </a:r>
          </a:p>
          <a:p>
            <a:pPr algn="just" eaLnBrk="1" hangingPunct="1"/>
            <a:endParaRPr lang="en-US" altLang="en-US" sz="1800" b="0" baseline="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An address space is the total number of addresses used by the protocol.</a:t>
            </a:r>
          </a:p>
          <a:p>
            <a:pPr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The address space of IPv4 is 2</a:t>
            </a:r>
            <a:r>
              <a:rPr lang="en-US" altLang="en-US" sz="1800" b="0" baseline="30000" dirty="0">
                <a:latin typeface="Times New Roman" panose="02020603050405020304" pitchFamily="18" charset="0"/>
                <a:cs typeface="Times New Roman" panose="02020603050405020304" pitchFamily="18" charset="0"/>
              </a:rPr>
              <a:t>32</a:t>
            </a:r>
            <a:r>
              <a:rPr lang="en-US" altLang="en-US" sz="1800" b="0" baseline="0" dirty="0">
                <a:latin typeface="Times New Roman" panose="02020603050405020304" pitchFamily="18" charset="0"/>
                <a:cs typeface="Times New Roman" panose="02020603050405020304" pitchFamily="18" charset="0"/>
              </a:rPr>
              <a:t>  or  4,294,967,296 (more than 4 billion).</a:t>
            </a:r>
          </a:p>
          <a:p>
            <a:pPr algn="just" eaLnBrk="1" hangingPunct="1">
              <a:buFont typeface="Wingdings" panose="05000000000000000000" pitchFamily="2" charset="2"/>
              <a:buChar char="Ø"/>
            </a:pPr>
            <a:endParaRPr lang="en-US" altLang="en-US" sz="1800" b="0" baseline="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If a device operating at the network layer has </a:t>
            </a:r>
            <a:r>
              <a:rPr lang="en-US" altLang="en-US" sz="1800" b="0" i="1" baseline="0" dirty="0">
                <a:latin typeface="Times New Roman" panose="02020603050405020304" pitchFamily="18" charset="0"/>
                <a:cs typeface="Times New Roman" panose="02020603050405020304" pitchFamily="18" charset="0"/>
              </a:rPr>
              <a:t>m</a:t>
            </a:r>
            <a:r>
              <a:rPr lang="en-US" altLang="en-US" sz="1800" b="0" baseline="0" dirty="0">
                <a:latin typeface="Times New Roman" panose="02020603050405020304" pitchFamily="18" charset="0"/>
                <a:cs typeface="Times New Roman" panose="02020603050405020304" pitchFamily="18" charset="0"/>
              </a:rPr>
              <a:t> connections to the internet, it needs to have </a:t>
            </a:r>
            <a:r>
              <a:rPr lang="en-US" altLang="en-US" sz="1800" b="0" i="1" baseline="0" dirty="0">
                <a:latin typeface="Times New Roman" panose="02020603050405020304" pitchFamily="18" charset="0"/>
                <a:cs typeface="Times New Roman" panose="02020603050405020304" pitchFamily="18" charset="0"/>
              </a:rPr>
              <a:t>m</a:t>
            </a:r>
            <a:r>
              <a:rPr lang="en-US" altLang="en-US" sz="1800" b="0" baseline="0" dirty="0">
                <a:latin typeface="Times New Roman" panose="02020603050405020304" pitchFamily="18" charset="0"/>
                <a:cs typeface="Times New Roman" panose="02020603050405020304" pitchFamily="18" charset="0"/>
              </a:rPr>
              <a:t> addresses. E.g.: router</a:t>
            </a:r>
          </a:p>
        </p:txBody>
      </p:sp>
      <p:sp>
        <p:nvSpPr>
          <p:cNvPr id="3" name="Slide Number Placeholder 3">
            <a:extLst>
              <a:ext uri="{FF2B5EF4-FFF2-40B4-BE49-F238E27FC236}">
                <a16:creationId xmlns:a16="http://schemas.microsoft.com/office/drawing/2014/main" id="{3B8150C4-8D5D-BF0B-19CF-7536B9429EE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a:t>
            </a:fld>
            <a:endParaRPr lang="en-US"/>
          </a:p>
        </p:txBody>
      </p:sp>
      <p:sp>
        <p:nvSpPr>
          <p:cNvPr id="2" name="Google Shape;106;p2">
            <a:extLst>
              <a:ext uri="{FF2B5EF4-FFF2-40B4-BE49-F238E27FC236}">
                <a16:creationId xmlns:a16="http://schemas.microsoft.com/office/drawing/2014/main" id="{FA3D5A94-4C77-656C-6E3F-D0AA5DDA2D9B}"/>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31292462-E487-F659-DC4B-C1F6D4F89796}"/>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CB8EE712-E802-EF3A-12DB-19331037757B}"/>
              </a:ext>
            </a:extLst>
          </p:cNvPr>
          <p:cNvSpPr txBox="1"/>
          <p:nvPr/>
        </p:nvSpPr>
        <p:spPr>
          <a:xfrm>
            <a:off x="1308994" y="1003365"/>
            <a:ext cx="6019560" cy="83772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US" sz="3200" b="1" dirty="0">
                <a:solidFill>
                  <a:srgbClr val="000000"/>
                </a:solidFill>
                <a:latin typeface="Times New Roman" panose="02020603050405020304" pitchFamily="18" charset="0"/>
                <a:cs typeface="Times New Roman" panose="02020603050405020304" pitchFamily="18" charset="0"/>
                <a:sym typeface="Times New Roman"/>
              </a:rPr>
              <a:t>Dotted Decimal Notation</a:t>
            </a:r>
            <a:endParaRPr lang="en-US" sz="3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Slide Number Placeholder 3">
            <a:extLst>
              <a:ext uri="{FF2B5EF4-FFF2-40B4-BE49-F238E27FC236}">
                <a16:creationId xmlns:a16="http://schemas.microsoft.com/office/drawing/2014/main" id="{3F8B728E-B996-80CD-B2C8-88BAACDDDD57}"/>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6</a:t>
            </a:fld>
            <a:endParaRPr lang="en-US"/>
          </a:p>
        </p:txBody>
      </p:sp>
      <p:sp>
        <p:nvSpPr>
          <p:cNvPr id="5" name="Google Shape;105;p2">
            <a:extLst>
              <a:ext uri="{FF2B5EF4-FFF2-40B4-BE49-F238E27FC236}">
                <a16:creationId xmlns:a16="http://schemas.microsoft.com/office/drawing/2014/main" id="{52679C38-AE20-2F63-1AC1-C05BFC482579}"/>
              </a:ext>
            </a:extLst>
          </p:cNvPr>
          <p:cNvSpPr txBox="1">
            <a:spLocks noGrp="1"/>
          </p:cNvSpPr>
          <p:nvPr/>
        </p:nvSpPr>
        <p:spPr>
          <a:xfrm>
            <a:off x="470158" y="2173591"/>
            <a:ext cx="8257561" cy="403973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2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IP addresses are written in a so-called dotted decimal notation </a:t>
            </a:r>
          </a:p>
          <a:p>
            <a:pPr marL="285750" indent="-285750">
              <a:lnSpc>
                <a:spcPct val="150000"/>
              </a:lnSpc>
              <a:spcBef>
                <a:spcPts val="0"/>
              </a:spcBef>
              <a:buSzPts val="2800"/>
            </a:pPr>
            <a:r>
              <a:rPr lang="en-US" sz="1800" b="0" i="0" u="none" strike="noStrike" cap="none" dirty="0">
                <a:solidFill>
                  <a:schemeClr val="dk1"/>
                </a:solidFill>
                <a:latin typeface="Times New Roman"/>
                <a:ea typeface="Times New Roman"/>
                <a:cs typeface="Times New Roman"/>
                <a:sym typeface="Times New Roman"/>
              </a:rPr>
              <a:t>Each byte is identified by a decimal number in the range [0..255]:</a:t>
            </a:r>
          </a:p>
          <a:p>
            <a:pPr marL="285750" indent="-285750">
              <a:lnSpc>
                <a:spcPct val="150000"/>
              </a:lnSpc>
              <a:spcBef>
                <a:spcPts val="0"/>
              </a:spcBef>
              <a:buSzPts val="2800"/>
            </a:pPr>
            <a:r>
              <a:rPr lang="en-US" sz="1800" dirty="0">
                <a:latin typeface="Times New Roman"/>
                <a:ea typeface="Times New Roman"/>
                <a:cs typeface="Times New Roman"/>
                <a:sym typeface="Times New Roman"/>
              </a:rPr>
              <a:t>Example</a:t>
            </a:r>
            <a:endParaRPr lang="en-US" sz="1800" b="0" i="0" u="none" strike="noStrike" cap="none" dirty="0">
              <a:solidFill>
                <a:schemeClr val="dk1"/>
              </a:solidFill>
              <a:latin typeface="Times New Roman"/>
              <a:ea typeface="Times New Roman"/>
              <a:cs typeface="Times New Roman"/>
              <a:sym typeface="Times New Roman"/>
            </a:endParaRPr>
          </a:p>
          <a:p>
            <a:pPr marL="0" indent="0">
              <a:lnSpc>
                <a:spcPct val="150000"/>
              </a:lnSpc>
              <a:spcBef>
                <a:spcPts val="0"/>
              </a:spcBef>
              <a:buSzPts val="2800"/>
              <a:buNone/>
            </a:pPr>
            <a:endParaRPr lang="en-US" sz="1800" b="0" i="0" u="none" strike="noStrike" cap="none" dirty="0">
              <a:solidFill>
                <a:schemeClr val="dk1"/>
              </a:solidFill>
              <a:latin typeface="Times New Roman"/>
              <a:ea typeface="Times New Roman"/>
              <a:cs typeface="Times New Roman"/>
              <a:sym typeface="Times New Roman"/>
            </a:endParaRPr>
          </a:p>
          <a:p>
            <a:pPr marL="0" indent="0">
              <a:lnSpc>
                <a:spcPct val="150000"/>
              </a:lnSpc>
              <a:spcBef>
                <a:spcPts val="0"/>
              </a:spcBef>
              <a:buSzPts val="2800"/>
              <a:buNone/>
            </a:pPr>
            <a:r>
              <a:rPr lang="en-US" sz="1800" dirty="0"/>
              <a:t>		      1st Byte 		  2nd Byte 		3rd Byte 		4th Byte </a:t>
            </a:r>
          </a:p>
          <a:p>
            <a:pPr marL="0" indent="0">
              <a:lnSpc>
                <a:spcPct val="150000"/>
              </a:lnSpc>
              <a:spcBef>
                <a:spcPts val="0"/>
              </a:spcBef>
              <a:buSzPts val="2800"/>
              <a:buNone/>
            </a:pPr>
            <a:r>
              <a:rPr lang="en-US" sz="1800" dirty="0"/>
              <a:t>			= 128 		    = 143 			  = 137 			  = 144 </a:t>
            </a:r>
          </a:p>
          <a:p>
            <a:pPr marL="0" indent="0">
              <a:lnSpc>
                <a:spcPct val="150000"/>
              </a:lnSpc>
              <a:spcBef>
                <a:spcPts val="0"/>
              </a:spcBef>
              <a:buSzPts val="2800"/>
              <a:buNone/>
            </a:pPr>
            <a:endParaRPr lang="en-US" sz="1800" dirty="0"/>
          </a:p>
          <a:p>
            <a:pPr marL="0" indent="0">
              <a:lnSpc>
                <a:spcPct val="150000"/>
              </a:lnSpc>
              <a:spcBef>
                <a:spcPts val="0"/>
              </a:spcBef>
              <a:buSzPts val="2800"/>
              <a:buNone/>
            </a:pPr>
            <a:endParaRPr lang="en-US" sz="1800" dirty="0"/>
          </a:p>
          <a:p>
            <a:pPr marL="0" indent="0">
              <a:lnSpc>
                <a:spcPct val="150000"/>
              </a:lnSpc>
              <a:spcBef>
                <a:spcPts val="0"/>
              </a:spcBef>
              <a:buSzPts val="2800"/>
              <a:buNone/>
            </a:pPr>
            <a:r>
              <a:rPr lang="en-US" sz="1800" dirty="0"/>
              <a:t>							128.143.137.144</a:t>
            </a:r>
            <a:endParaRPr lang="en-US" sz="1800" b="0" i="0" u="none" strike="noStrike" cap="none"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2BCE056C-0F90-E727-1D3F-ECDC604695AC}"/>
              </a:ext>
            </a:extLst>
          </p:cNvPr>
          <p:cNvGraphicFramePr>
            <a:graphicFrameLocks noGrp="1"/>
          </p:cNvGraphicFramePr>
          <p:nvPr>
            <p:extLst>
              <p:ext uri="{D42A27DB-BD31-4B8C-83A1-F6EECF244321}">
                <p14:modId xmlns:p14="http://schemas.microsoft.com/office/powerpoint/2010/main" val="3257836653"/>
              </p:ext>
            </p:extLst>
          </p:nvPr>
        </p:nvGraphicFramePr>
        <p:xfrm>
          <a:off x="1308994" y="3462243"/>
          <a:ext cx="6586332" cy="370840"/>
        </p:xfrm>
        <a:graphic>
          <a:graphicData uri="http://schemas.openxmlformats.org/drawingml/2006/table">
            <a:tbl>
              <a:tblPr firstRow="1" bandRow="1">
                <a:tableStyleId>{5C22544A-7EE6-4342-B048-85BDC9FD1C3A}</a:tableStyleId>
              </a:tblPr>
              <a:tblGrid>
                <a:gridCol w="1646583">
                  <a:extLst>
                    <a:ext uri="{9D8B030D-6E8A-4147-A177-3AD203B41FA5}">
                      <a16:colId xmlns:a16="http://schemas.microsoft.com/office/drawing/2014/main" val="77704307"/>
                    </a:ext>
                  </a:extLst>
                </a:gridCol>
                <a:gridCol w="1646583">
                  <a:extLst>
                    <a:ext uri="{9D8B030D-6E8A-4147-A177-3AD203B41FA5}">
                      <a16:colId xmlns:a16="http://schemas.microsoft.com/office/drawing/2014/main" val="1244898212"/>
                    </a:ext>
                  </a:extLst>
                </a:gridCol>
                <a:gridCol w="1646583">
                  <a:extLst>
                    <a:ext uri="{9D8B030D-6E8A-4147-A177-3AD203B41FA5}">
                      <a16:colId xmlns:a16="http://schemas.microsoft.com/office/drawing/2014/main" val="4189647456"/>
                    </a:ext>
                  </a:extLst>
                </a:gridCol>
                <a:gridCol w="1646583">
                  <a:extLst>
                    <a:ext uri="{9D8B030D-6E8A-4147-A177-3AD203B41FA5}">
                      <a16:colId xmlns:a16="http://schemas.microsoft.com/office/drawing/2014/main" val="464503518"/>
                    </a:ext>
                  </a:extLst>
                </a:gridCol>
              </a:tblGrid>
              <a:tr h="37084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800" dirty="0"/>
                        <a:t>10000000</a:t>
                      </a:r>
                      <a:endParaRPr lang="en-US" sz="1800" b="1" i="0" u="none" strike="noStrike" cap="none" dirty="0">
                        <a:solidFill>
                          <a:schemeClr val="dk1"/>
                        </a:solidFill>
                        <a:latin typeface="Times New Roman"/>
                        <a:ea typeface="Times New Roman"/>
                        <a:cs typeface="Times New Roman"/>
                        <a:sym typeface="Times New Roman"/>
                      </a:endParaRPr>
                    </a:p>
                  </a:txBody>
                  <a:tcPr>
                    <a:solidFill>
                      <a:srgbClr val="FFC6C6"/>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800" dirty="0"/>
                        <a:t>10001111</a:t>
                      </a:r>
                      <a:endParaRPr lang="en-US" sz="1800" b="1" i="0" u="none" strike="noStrike" cap="none" dirty="0">
                        <a:solidFill>
                          <a:schemeClr val="dk1"/>
                        </a:solidFill>
                        <a:latin typeface="Times New Roman"/>
                        <a:ea typeface="Times New Roman"/>
                        <a:cs typeface="Times New Roman"/>
                        <a:sym typeface="Times New Roman"/>
                      </a:endParaRPr>
                    </a:p>
                  </a:txBody>
                  <a:tcPr>
                    <a:solidFill>
                      <a:srgbClr val="FFC6C6"/>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800" dirty="0"/>
                        <a:t>10001001</a:t>
                      </a:r>
                      <a:endParaRPr lang="en-US" sz="1800" b="1" i="0" u="none" strike="noStrike" cap="none" dirty="0">
                        <a:solidFill>
                          <a:schemeClr val="dk1"/>
                        </a:solidFill>
                        <a:latin typeface="Times New Roman"/>
                        <a:ea typeface="Times New Roman"/>
                        <a:cs typeface="Times New Roman"/>
                        <a:sym typeface="Times New Roman"/>
                      </a:endParaRPr>
                    </a:p>
                  </a:txBody>
                  <a:tcPr>
                    <a:solidFill>
                      <a:srgbClr val="FFC6C6"/>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800" dirty="0"/>
                        <a:t>10010000</a:t>
                      </a:r>
                      <a:endParaRPr lang="en-US" sz="1800" b="1" i="0" u="none" strike="noStrike" cap="none" dirty="0">
                        <a:solidFill>
                          <a:schemeClr val="dk1"/>
                        </a:solidFill>
                        <a:latin typeface="Times New Roman"/>
                        <a:ea typeface="Times New Roman"/>
                        <a:cs typeface="Times New Roman"/>
                        <a:sym typeface="Times New Roman"/>
                      </a:endParaRPr>
                    </a:p>
                  </a:txBody>
                  <a:tcPr>
                    <a:solidFill>
                      <a:srgbClr val="FFC6C6"/>
                    </a:solidFill>
                  </a:tcPr>
                </a:tc>
                <a:extLst>
                  <a:ext uri="{0D108BD9-81ED-4DB2-BD59-A6C34878D82A}">
                    <a16:rowId xmlns:a16="http://schemas.microsoft.com/office/drawing/2014/main" val="2625546906"/>
                  </a:ext>
                </a:extLst>
              </a:tr>
            </a:tbl>
          </a:graphicData>
        </a:graphic>
      </p:graphicFrame>
      <p:cxnSp>
        <p:nvCxnSpPr>
          <p:cNvPr id="7" name="Straight Arrow Connector 6">
            <a:extLst>
              <a:ext uri="{FF2B5EF4-FFF2-40B4-BE49-F238E27FC236}">
                <a16:creationId xmlns:a16="http://schemas.microsoft.com/office/drawing/2014/main" id="{BE2C97DA-0B53-A91F-79AE-FD0E5714241D}"/>
              </a:ext>
            </a:extLst>
          </p:cNvPr>
          <p:cNvCxnSpPr/>
          <p:nvPr/>
        </p:nvCxnSpPr>
        <p:spPr>
          <a:xfrm>
            <a:off x="2355574" y="4581939"/>
            <a:ext cx="1461052" cy="10137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B79FF74-C539-A0A0-4981-D652B7A7A6A6}"/>
              </a:ext>
            </a:extLst>
          </p:cNvPr>
          <p:cNvCxnSpPr>
            <a:cxnSpLocks/>
          </p:cNvCxnSpPr>
          <p:nvPr/>
        </p:nvCxnSpPr>
        <p:spPr>
          <a:xfrm>
            <a:off x="3816626" y="4581939"/>
            <a:ext cx="502148" cy="10137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D61B23A-5BA7-C9E0-793D-6C727B862FD5}"/>
              </a:ext>
            </a:extLst>
          </p:cNvPr>
          <p:cNvCxnSpPr>
            <a:cxnSpLocks/>
          </p:cNvCxnSpPr>
          <p:nvPr/>
        </p:nvCxnSpPr>
        <p:spPr>
          <a:xfrm flipH="1">
            <a:off x="4711148" y="4581939"/>
            <a:ext cx="735495" cy="10137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830B98-1717-B81F-4D3B-5504989E5A35}"/>
              </a:ext>
            </a:extLst>
          </p:cNvPr>
          <p:cNvCxnSpPr>
            <a:cxnSpLocks/>
          </p:cNvCxnSpPr>
          <p:nvPr/>
        </p:nvCxnSpPr>
        <p:spPr>
          <a:xfrm flipH="1">
            <a:off x="5198165" y="4581939"/>
            <a:ext cx="1997765" cy="10137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2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a:extLst>
              <a:ext uri="{FF2B5EF4-FFF2-40B4-BE49-F238E27FC236}">
                <a16:creationId xmlns:a16="http://schemas.microsoft.com/office/drawing/2014/main" id="{20DF52A6-DFF1-7219-CB8A-EA590C429570}"/>
              </a:ext>
            </a:extLst>
          </p:cNvPr>
          <p:cNvSpPr>
            <a:spLocks noChangeArrowheads="1"/>
          </p:cNvSpPr>
          <p:nvPr/>
        </p:nvSpPr>
        <p:spPr bwMode="auto">
          <a:xfrm>
            <a:off x="228600" y="1346352"/>
            <a:ext cx="86868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dirty="0">
                <a:latin typeface="Times New Roman" panose="02020603050405020304" pitchFamily="18" charset="0"/>
              </a:rPr>
              <a:t>Change the following IPv4 addresses from dotted-decimal notation to binary notation.</a:t>
            </a:r>
          </a:p>
        </p:txBody>
      </p:sp>
      <p:pic>
        <p:nvPicPr>
          <p:cNvPr id="7172" name="Picture 11">
            <a:extLst>
              <a:ext uri="{FF2B5EF4-FFF2-40B4-BE49-F238E27FC236}">
                <a16:creationId xmlns:a16="http://schemas.microsoft.com/office/drawing/2014/main" id="{A1C141BF-214A-4C56-85F0-CC429B330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546" y="1922958"/>
            <a:ext cx="1951349" cy="59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12">
            <a:extLst>
              <a:ext uri="{FF2B5EF4-FFF2-40B4-BE49-F238E27FC236}">
                <a16:creationId xmlns:a16="http://schemas.microsoft.com/office/drawing/2014/main" id="{3C2B57CE-3715-825D-C50E-4DB217CBBEB7}"/>
              </a:ext>
            </a:extLst>
          </p:cNvPr>
          <p:cNvSpPr>
            <a:spLocks noChangeArrowheads="1"/>
          </p:cNvSpPr>
          <p:nvPr/>
        </p:nvSpPr>
        <p:spPr bwMode="auto">
          <a:xfrm>
            <a:off x="379430" y="3229280"/>
            <a:ext cx="6690673"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dirty="0">
                <a:solidFill>
                  <a:schemeClr val="hlink"/>
                </a:solidFill>
                <a:latin typeface="Times New Roman" panose="02020603050405020304" pitchFamily="18" charset="0"/>
              </a:rPr>
              <a:t>Solution</a:t>
            </a:r>
          </a:p>
          <a:p>
            <a:pPr algn="just"/>
            <a:r>
              <a:rPr lang="en-US" altLang="en-US" sz="1800" i="1" baseline="0" dirty="0">
                <a:latin typeface="Times New Roman" panose="02020603050405020304" pitchFamily="18" charset="0"/>
              </a:rPr>
              <a:t>We replace each decimal number with its binary equivalent.</a:t>
            </a:r>
          </a:p>
        </p:txBody>
      </p:sp>
      <p:pic>
        <p:nvPicPr>
          <p:cNvPr id="7174" name="Picture 13">
            <a:extLst>
              <a:ext uri="{FF2B5EF4-FFF2-40B4-BE49-F238E27FC236}">
                <a16:creationId xmlns:a16="http://schemas.microsoft.com/office/drawing/2014/main" id="{2B7B1831-CFE6-B161-BA4C-5F4355273D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854" y="4095188"/>
            <a:ext cx="5200061" cy="747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10">
            <a:extLst>
              <a:ext uri="{FF2B5EF4-FFF2-40B4-BE49-F238E27FC236}">
                <a16:creationId xmlns:a16="http://schemas.microsoft.com/office/drawing/2014/main" id="{7275E237-DB27-3112-E4E5-90B685A71D36}"/>
              </a:ext>
            </a:extLst>
          </p:cNvPr>
          <p:cNvSpPr txBox="1">
            <a:spLocks noChangeArrowheads="1"/>
          </p:cNvSpPr>
          <p:nvPr/>
        </p:nvSpPr>
        <p:spPr bwMode="auto">
          <a:xfrm>
            <a:off x="379430" y="92523"/>
            <a:ext cx="18373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a:t>
            </a:r>
          </a:p>
        </p:txBody>
      </p:sp>
      <p:sp>
        <p:nvSpPr>
          <p:cNvPr id="4" name="Slide Number Placeholder 3">
            <a:extLst>
              <a:ext uri="{FF2B5EF4-FFF2-40B4-BE49-F238E27FC236}">
                <a16:creationId xmlns:a16="http://schemas.microsoft.com/office/drawing/2014/main" id="{B3A3D98D-8E54-80A1-087A-746F86258D5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7</a:t>
            </a:fld>
            <a:endParaRPr lang="en-US"/>
          </a:p>
        </p:txBody>
      </p:sp>
      <p:sp>
        <p:nvSpPr>
          <p:cNvPr id="3" name="Google Shape;106;p2">
            <a:extLst>
              <a:ext uri="{FF2B5EF4-FFF2-40B4-BE49-F238E27FC236}">
                <a16:creationId xmlns:a16="http://schemas.microsoft.com/office/drawing/2014/main" id="{3649D3AD-FA83-561C-BFC6-E2C52A01F393}"/>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214" y="466590"/>
            <a:ext cx="6571343" cy="1049235"/>
          </a:xfrm>
        </p:spPr>
        <p:txBody>
          <a:bodyPr>
            <a:noAutofit/>
          </a:bodyPr>
          <a:lstStyle/>
          <a:p>
            <a:pPr algn="ct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 Classful Addressing</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29252" y="1986349"/>
            <a:ext cx="7886700" cy="3584428"/>
          </a:xfrm>
        </p:spPr>
        <p:txBody>
          <a:bodyPr>
            <a:noAutofit/>
          </a:bodyPr>
          <a:lstStyle/>
          <a:p>
            <a:pPr marL="114300" indent="0">
              <a:buNone/>
            </a:pPr>
            <a:r>
              <a:rPr lang="en-IN" sz="1800" dirty="0">
                <a:latin typeface="Times New Roman" panose="02020603050405020304" pitchFamily="18" charset="0"/>
                <a:cs typeface="Times New Roman" panose="02020603050405020304" pitchFamily="18" charset="0"/>
              </a:rPr>
              <a:t>An IP address is 32-bit long. An IP address is divided into sub-classes:</a:t>
            </a:r>
          </a:p>
          <a:p>
            <a:r>
              <a:rPr lang="en-IN" sz="1800" dirty="0">
                <a:latin typeface="Times New Roman" panose="02020603050405020304" pitchFamily="18" charset="0"/>
                <a:cs typeface="Times New Roman" panose="02020603050405020304" pitchFamily="18" charset="0"/>
              </a:rPr>
              <a:t>Class A</a:t>
            </a:r>
          </a:p>
          <a:p>
            <a:r>
              <a:rPr lang="en-IN" sz="1800" dirty="0">
                <a:latin typeface="Times New Roman" panose="02020603050405020304" pitchFamily="18" charset="0"/>
                <a:cs typeface="Times New Roman" panose="02020603050405020304" pitchFamily="18" charset="0"/>
              </a:rPr>
              <a:t>Class B</a:t>
            </a:r>
          </a:p>
          <a:p>
            <a:r>
              <a:rPr lang="en-IN" sz="1800" dirty="0">
                <a:latin typeface="Times New Roman" panose="02020603050405020304" pitchFamily="18" charset="0"/>
                <a:cs typeface="Times New Roman" panose="02020603050405020304" pitchFamily="18" charset="0"/>
              </a:rPr>
              <a:t>Class C</a:t>
            </a:r>
          </a:p>
          <a:p>
            <a:r>
              <a:rPr lang="en-IN" sz="1800" dirty="0">
                <a:latin typeface="Times New Roman" panose="02020603050405020304" pitchFamily="18" charset="0"/>
                <a:cs typeface="Times New Roman" panose="02020603050405020304" pitchFamily="18" charset="0"/>
              </a:rPr>
              <a:t>Class D</a:t>
            </a:r>
          </a:p>
          <a:p>
            <a:r>
              <a:rPr lang="en-IN" sz="1800" dirty="0">
                <a:latin typeface="Times New Roman" panose="02020603050405020304" pitchFamily="18" charset="0"/>
                <a:cs typeface="Times New Roman" panose="02020603050405020304" pitchFamily="18" charset="0"/>
              </a:rPr>
              <a:t>Class E</a:t>
            </a:r>
          </a:p>
          <a:p>
            <a:pPr>
              <a:buNone/>
            </a:pPr>
            <a:r>
              <a:rPr lang="en-IN" sz="1800" b="1" dirty="0">
                <a:latin typeface="Times New Roman" panose="02020603050405020304" pitchFamily="18" charset="0"/>
                <a:cs typeface="Times New Roman" panose="02020603050405020304" pitchFamily="18" charset="0"/>
              </a:rPr>
              <a:t>An IP address is divided into two parts:</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Network ID:</a:t>
            </a:r>
            <a:r>
              <a:rPr lang="en-IN" sz="1800" dirty="0">
                <a:latin typeface="Times New Roman" panose="02020603050405020304" pitchFamily="18" charset="0"/>
                <a:cs typeface="Times New Roman" panose="02020603050405020304" pitchFamily="18" charset="0"/>
              </a:rPr>
              <a:t> It represents the number of networks.</a:t>
            </a:r>
          </a:p>
          <a:p>
            <a:r>
              <a:rPr lang="en-IN" sz="1800" b="1" dirty="0">
                <a:latin typeface="Times New Roman" panose="02020603050405020304" pitchFamily="18" charset="0"/>
                <a:cs typeface="Times New Roman" panose="02020603050405020304" pitchFamily="18" charset="0"/>
              </a:rPr>
              <a:t>Host ID:</a:t>
            </a:r>
            <a:r>
              <a:rPr lang="en-IN" sz="1800" dirty="0">
                <a:latin typeface="Times New Roman" panose="02020603050405020304" pitchFamily="18" charset="0"/>
                <a:cs typeface="Times New Roman" panose="02020603050405020304" pitchFamily="18" charset="0"/>
              </a:rPr>
              <a:t> It represents the number of hosts.</a:t>
            </a:r>
          </a:p>
          <a:p>
            <a:endParaRPr lang="en-IN" sz="1800" dirty="0">
              <a:latin typeface="Times New Roman" panose="02020603050405020304" pitchFamily="18" charset="0"/>
              <a:cs typeface="Times New Roman" panose="02020603050405020304" pitchFamily="18" charset="0"/>
            </a:endParaRPr>
          </a:p>
          <a:p>
            <a:pPr>
              <a:buNone/>
            </a:pPr>
            <a:endParaRPr lang="en-IN" sz="1800" dirty="0">
              <a:latin typeface="Times New Roman" panose="02020603050405020304" pitchFamily="18" charset="0"/>
              <a:cs typeface="Times New Roman" panose="02020603050405020304" pitchFamily="18" charset="0"/>
            </a:endParaRPr>
          </a:p>
        </p:txBody>
      </p:sp>
      <p:sp>
        <p:nvSpPr>
          <p:cNvPr id="6" name="Slide Number Placeholder 3">
            <a:extLst>
              <a:ext uri="{FF2B5EF4-FFF2-40B4-BE49-F238E27FC236}">
                <a16:creationId xmlns:a16="http://schemas.microsoft.com/office/drawing/2014/main" id="{BB51D6E6-7DA4-CE7E-5329-FB0F1C56F1B4}"/>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8</a:t>
            </a:fld>
            <a:endParaRPr lang="en-US"/>
          </a:p>
        </p:txBody>
      </p:sp>
      <p:sp>
        <p:nvSpPr>
          <p:cNvPr id="4" name="Google Shape;106;p2">
            <a:extLst>
              <a:ext uri="{FF2B5EF4-FFF2-40B4-BE49-F238E27FC236}">
                <a16:creationId xmlns:a16="http://schemas.microsoft.com/office/drawing/2014/main" id="{2D53991F-BD9D-34B0-514B-C5A09A35428C}"/>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822" y="1838593"/>
            <a:ext cx="7923225" cy="914040"/>
          </a:xfrm>
        </p:spPr>
        <p:txBody>
          <a:bodyPr>
            <a:noAutofit/>
          </a:bodyPr>
          <a:lstStyle/>
          <a:p>
            <a:pPr algn="just"/>
            <a:r>
              <a:rPr lang="en-IN" sz="1800" dirty="0">
                <a:latin typeface="Times New Roman" panose="02020603050405020304" pitchFamily="18" charset="0"/>
                <a:cs typeface="Times New Roman" panose="02020603050405020304" pitchFamily="18" charset="0"/>
              </a:rPr>
              <a:t>In the diagram, we observe that each class have a specific range of IP addresses. The class of IP address is used to determine the number of bits used in a class and number of networks and hosts available in the class.</a:t>
            </a:r>
          </a:p>
        </p:txBody>
      </p:sp>
      <p:pic>
        <p:nvPicPr>
          <p:cNvPr id="44034" name="Picture 2" descr="Network Addressing"/>
          <p:cNvPicPr>
            <a:picLocks noChangeAspect="1" noChangeArrowheads="1"/>
          </p:cNvPicPr>
          <p:nvPr/>
        </p:nvPicPr>
        <p:blipFill>
          <a:blip r:embed="rId2" cstate="print"/>
          <a:srcRect/>
          <a:stretch>
            <a:fillRect/>
          </a:stretch>
        </p:blipFill>
        <p:spPr bwMode="auto">
          <a:xfrm>
            <a:off x="1629024" y="2925433"/>
            <a:ext cx="5104310" cy="3095897"/>
          </a:xfrm>
          <a:prstGeom prst="rect">
            <a:avLst/>
          </a:prstGeom>
          <a:noFill/>
        </p:spPr>
      </p:pic>
      <p:sp>
        <p:nvSpPr>
          <p:cNvPr id="5" name="Slide Number Placeholder 3">
            <a:extLst>
              <a:ext uri="{FF2B5EF4-FFF2-40B4-BE49-F238E27FC236}">
                <a16:creationId xmlns:a16="http://schemas.microsoft.com/office/drawing/2014/main" id="{A0567149-B24E-9486-37DD-EAC16B80304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9</a:t>
            </a:fld>
            <a:endParaRPr lang="en-US"/>
          </a:p>
        </p:txBody>
      </p:sp>
      <p:sp>
        <p:nvSpPr>
          <p:cNvPr id="3" name="Text Box 4">
            <a:extLst>
              <a:ext uri="{FF2B5EF4-FFF2-40B4-BE49-F238E27FC236}">
                <a16:creationId xmlns:a16="http://schemas.microsoft.com/office/drawing/2014/main" id="{7994AFEC-DC85-4EA7-2AF1-7FCF7BE2F9BC}"/>
              </a:ext>
            </a:extLst>
          </p:cNvPr>
          <p:cNvSpPr txBox="1">
            <a:spLocks noChangeArrowheads="1"/>
          </p:cNvSpPr>
          <p:nvPr/>
        </p:nvSpPr>
        <p:spPr bwMode="auto">
          <a:xfrm>
            <a:off x="2856860" y="5867487"/>
            <a:ext cx="23807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3:  </a:t>
            </a:r>
            <a:r>
              <a:rPr lang="en-US" altLang="en-US" baseline="0" dirty="0">
                <a:latin typeface="Times" panose="02020603050405020304" pitchFamily="18" charset="0"/>
                <a:cs typeface="Times" panose="02020603050405020304" pitchFamily="18" charset="0"/>
              </a:rPr>
              <a:t>Classful Addressing</a:t>
            </a:r>
          </a:p>
        </p:txBody>
      </p:sp>
      <p:sp>
        <p:nvSpPr>
          <p:cNvPr id="6" name="Title 1">
            <a:extLst>
              <a:ext uri="{FF2B5EF4-FFF2-40B4-BE49-F238E27FC236}">
                <a16:creationId xmlns:a16="http://schemas.microsoft.com/office/drawing/2014/main" id="{5B3A7639-64A6-863B-FEE2-4EE520BE9F4C}"/>
              </a:ext>
            </a:extLst>
          </p:cNvPr>
          <p:cNvSpPr txBox="1">
            <a:spLocks/>
          </p:cNvSpPr>
          <p:nvPr/>
        </p:nvSpPr>
        <p:spPr>
          <a:xfrm>
            <a:off x="491014" y="924553"/>
            <a:ext cx="5486040" cy="91404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3200" b="1" dirty="0"/>
              <a:t>Classful Addressing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6">
            <a:extLst>
              <a:ext uri="{FF2B5EF4-FFF2-40B4-BE49-F238E27FC236}">
                <a16:creationId xmlns:a16="http://schemas.microsoft.com/office/drawing/2014/main" id="{4DFD9980-4EED-2FB0-CA9B-9310B679D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33600"/>
            <a:ext cx="8226425"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C56CC8D2-D1F3-5868-5B97-494E36037E7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10</a:t>
            </a:fld>
            <a:endParaRPr lang="en-US"/>
          </a:p>
        </p:txBody>
      </p:sp>
      <p:sp>
        <p:nvSpPr>
          <p:cNvPr id="2" name="Text Box 4">
            <a:extLst>
              <a:ext uri="{FF2B5EF4-FFF2-40B4-BE49-F238E27FC236}">
                <a16:creationId xmlns:a16="http://schemas.microsoft.com/office/drawing/2014/main" id="{1E89322C-8FA9-4E7A-45CE-57C83FFA7425}"/>
              </a:ext>
            </a:extLst>
          </p:cNvPr>
          <p:cNvSpPr txBox="1">
            <a:spLocks noChangeArrowheads="1"/>
          </p:cNvSpPr>
          <p:nvPr/>
        </p:nvSpPr>
        <p:spPr bwMode="auto">
          <a:xfrm>
            <a:off x="2187556" y="5366741"/>
            <a:ext cx="50433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4:  </a:t>
            </a:r>
            <a:r>
              <a:rPr lang="en-US" altLang="en-US" sz="1400" b="0" baseline="0" dirty="0">
                <a:latin typeface="Times New Roman" panose="02020603050405020304" pitchFamily="18" charset="0"/>
              </a:rPr>
              <a:t>Finding the classes in binary and dotted-decimal notation</a:t>
            </a:r>
          </a:p>
        </p:txBody>
      </p:sp>
      <p:sp>
        <p:nvSpPr>
          <p:cNvPr id="4" name="Google Shape;106;p2">
            <a:extLst>
              <a:ext uri="{FF2B5EF4-FFF2-40B4-BE49-F238E27FC236}">
                <a16:creationId xmlns:a16="http://schemas.microsoft.com/office/drawing/2014/main" id="{A820EF1B-F25E-D20D-A043-60CCFBF6ADEF}"/>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5" name="Title 1">
            <a:extLst>
              <a:ext uri="{FF2B5EF4-FFF2-40B4-BE49-F238E27FC236}">
                <a16:creationId xmlns:a16="http://schemas.microsoft.com/office/drawing/2014/main" id="{00B83731-FEF1-C841-9C86-0DB521FC8A9B}"/>
              </a:ext>
            </a:extLst>
          </p:cNvPr>
          <p:cNvSpPr txBox="1">
            <a:spLocks/>
          </p:cNvSpPr>
          <p:nvPr/>
        </p:nvSpPr>
        <p:spPr>
          <a:xfrm>
            <a:off x="292231" y="0"/>
            <a:ext cx="5486040" cy="91404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r>
              <a:rPr lang="en-IN" sz="3200" b="1" dirty="0"/>
            </a:br>
            <a:br>
              <a:rPr lang="en-IN" sz="3200" b="1" dirty="0"/>
            </a:br>
            <a:br>
              <a:rPr lang="en-IN" sz="3200" b="1" dirty="0"/>
            </a:br>
            <a:r>
              <a:rPr lang="en-IN" sz="3200" b="1" dirty="0"/>
              <a:t> Classful Addressing (contd.)</a:t>
            </a:r>
            <a:br>
              <a:rPr lang="en-IN" sz="3200" b="1" dirty="0"/>
            </a:br>
            <a:br>
              <a:rPr lang="en-IN" sz="3200" b="1" dirty="0"/>
            </a:br>
            <a:br>
              <a:rPr lang="en-IN" sz="3200" b="1" dirty="0"/>
            </a:br>
            <a:endParaRPr lang="en-IN" sz="3200" b="1" dirty="0"/>
          </a:p>
        </p:txBody>
      </p:sp>
    </p:spTree>
    <p:extLst>
      <p:ext uri="{BB962C8B-B14F-4D97-AF65-F5344CB8AC3E}">
        <p14:creationId xmlns:p14="http://schemas.microsoft.com/office/powerpoint/2010/main" val="2480771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2D23B0-A851-70B2-39EE-853B1E28C9D3}"/>
              </a:ext>
            </a:extLst>
          </p:cNvPr>
          <p:cNvPicPr>
            <a:picLocks noChangeAspect="1"/>
          </p:cNvPicPr>
          <p:nvPr/>
        </p:nvPicPr>
        <p:blipFill rotWithShape="1">
          <a:blip r:embed="rId2"/>
          <a:srcRect l="15464" t="13574" r="15670" b="12565"/>
          <a:stretch/>
        </p:blipFill>
        <p:spPr>
          <a:xfrm>
            <a:off x="1414021" y="1555422"/>
            <a:ext cx="6297106" cy="3799003"/>
          </a:xfrm>
          <a:prstGeom prst="rect">
            <a:avLst/>
          </a:prstGeom>
        </p:spPr>
      </p:pic>
      <p:sp>
        <p:nvSpPr>
          <p:cNvPr id="6" name="Title 1">
            <a:extLst>
              <a:ext uri="{FF2B5EF4-FFF2-40B4-BE49-F238E27FC236}">
                <a16:creationId xmlns:a16="http://schemas.microsoft.com/office/drawing/2014/main" id="{FE68D054-00DF-0AF9-D1D7-0AD1EE5264B3}"/>
              </a:ext>
            </a:extLst>
          </p:cNvPr>
          <p:cNvSpPr txBox="1">
            <a:spLocks/>
          </p:cNvSpPr>
          <p:nvPr/>
        </p:nvSpPr>
        <p:spPr>
          <a:xfrm>
            <a:off x="292231" y="0"/>
            <a:ext cx="5486040" cy="91404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r>
              <a:rPr lang="en-IN" sz="3200" b="1" dirty="0"/>
            </a:br>
            <a:br>
              <a:rPr lang="en-IN" sz="3200" b="1" dirty="0"/>
            </a:br>
            <a:br>
              <a:rPr lang="en-IN" sz="3200" b="1" dirty="0"/>
            </a:br>
            <a:r>
              <a:rPr lang="en-IN" sz="3200" b="1" dirty="0"/>
              <a:t> Classful Addressing (contd.)</a:t>
            </a:r>
            <a:br>
              <a:rPr lang="en-IN" sz="3200" b="1" dirty="0"/>
            </a:br>
            <a:br>
              <a:rPr lang="en-IN" sz="3200" b="1" dirty="0"/>
            </a:br>
            <a:br>
              <a:rPr lang="en-IN" sz="3200" b="1" dirty="0"/>
            </a:br>
            <a:endParaRPr lang="en-IN" sz="3200" b="1" dirty="0"/>
          </a:p>
        </p:txBody>
      </p:sp>
      <p:sp>
        <p:nvSpPr>
          <p:cNvPr id="3" name="TextBox 2">
            <a:extLst>
              <a:ext uri="{FF2B5EF4-FFF2-40B4-BE49-F238E27FC236}">
                <a16:creationId xmlns:a16="http://schemas.microsoft.com/office/drawing/2014/main" id="{ED96571D-0743-51CC-8966-DE97C74F6D01}"/>
              </a:ext>
            </a:extLst>
          </p:cNvPr>
          <p:cNvSpPr txBox="1"/>
          <p:nvPr/>
        </p:nvSpPr>
        <p:spPr>
          <a:xfrm>
            <a:off x="2427402" y="5354425"/>
            <a:ext cx="4572000" cy="307777"/>
          </a:xfrm>
          <a:prstGeom prst="rect">
            <a:avLst/>
          </a:prstGeom>
          <a:noFill/>
        </p:spPr>
        <p:txBody>
          <a:bodyPr wrap="square">
            <a:spAutoFit/>
          </a:bodyPr>
          <a:lstStyle/>
          <a:p>
            <a:r>
              <a:rPr lang="en-US" altLang="en-US" i="0" baseline="0" dirty="0">
                <a:solidFill>
                  <a:schemeClr val="folHlink"/>
                </a:solidFill>
                <a:latin typeface="Times" panose="02020603050405020304" pitchFamily="18" charset="0"/>
                <a:cs typeface="Times" panose="02020603050405020304" pitchFamily="18" charset="0"/>
              </a:rPr>
              <a:t>Figure </a:t>
            </a:r>
            <a:r>
              <a:rPr lang="en-US" altLang="en-US" dirty="0">
                <a:solidFill>
                  <a:schemeClr val="folHlink"/>
                </a:solidFill>
                <a:latin typeface="Times" panose="02020603050405020304" pitchFamily="18" charset="0"/>
                <a:cs typeface="Times" panose="02020603050405020304" pitchFamily="18" charset="0"/>
              </a:rPr>
              <a:t>5</a:t>
            </a:r>
            <a:r>
              <a:rPr lang="en-US" altLang="en-US" i="0" baseline="0" dirty="0">
                <a:solidFill>
                  <a:schemeClr val="folHlink"/>
                </a:solidFill>
                <a:latin typeface="Times" panose="02020603050405020304" pitchFamily="18" charset="0"/>
                <a:cs typeface="Times" panose="02020603050405020304" pitchFamily="18" charset="0"/>
              </a:rPr>
              <a:t>:  </a:t>
            </a:r>
            <a:r>
              <a:rPr lang="en-US" altLang="en-US" sz="1400" b="0" baseline="0" dirty="0">
                <a:latin typeface="Times New Roman" panose="02020603050405020304" pitchFamily="18" charset="0"/>
              </a:rPr>
              <a:t>Networks and Hosts in classes</a:t>
            </a:r>
          </a:p>
        </p:txBody>
      </p:sp>
    </p:spTree>
    <p:extLst>
      <p:ext uri="{BB962C8B-B14F-4D97-AF65-F5344CB8AC3E}">
        <p14:creationId xmlns:p14="http://schemas.microsoft.com/office/powerpoint/2010/main" val="2803381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01094"/>
            <a:ext cx="5486040" cy="914040"/>
          </a:xfrm>
        </p:spPr>
        <p:txBody>
          <a:bodyPr/>
          <a:lstStyle/>
          <a:p>
            <a:r>
              <a:rPr lang="en-IN" sz="3200" b="1" dirty="0">
                <a:latin typeface="Times New Roman" panose="02020603050405020304" pitchFamily="18" charset="0"/>
                <a:cs typeface="Times New Roman" panose="02020603050405020304" pitchFamily="18" charset="0"/>
              </a:rPr>
              <a:t>Class A</a:t>
            </a:r>
          </a:p>
        </p:txBody>
      </p:sp>
      <p:sp>
        <p:nvSpPr>
          <p:cNvPr id="3" name="Content Placeholder 2"/>
          <p:cNvSpPr>
            <a:spLocks noGrp="1"/>
          </p:cNvSpPr>
          <p:nvPr>
            <p:ph idx="1"/>
          </p:nvPr>
        </p:nvSpPr>
        <p:spPr>
          <a:xfrm>
            <a:off x="534629" y="1890337"/>
            <a:ext cx="7886700" cy="3272246"/>
          </a:xfrm>
        </p:spPr>
        <p:txBody>
          <a:bodyPr>
            <a:normAutofit fontScale="92500" lnSpcReduction="20000"/>
          </a:bodyPr>
          <a:lstStyle/>
          <a:p>
            <a:pPr algn="just"/>
            <a:r>
              <a:rPr lang="en-IN" sz="1800" dirty="0">
                <a:latin typeface="Times New Roman" panose="02020603050405020304" pitchFamily="18" charset="0"/>
                <a:cs typeface="Times New Roman" panose="02020603050405020304" pitchFamily="18" charset="0"/>
              </a:rPr>
              <a:t>In Class A, an IP address is assigned to those networks that contain a large number of hosts.</a:t>
            </a:r>
          </a:p>
          <a:p>
            <a:pPr algn="just"/>
            <a:r>
              <a:rPr lang="en-IN" sz="1800" dirty="0">
                <a:latin typeface="Times New Roman" panose="02020603050405020304" pitchFamily="18" charset="0"/>
                <a:cs typeface="Times New Roman" panose="02020603050405020304" pitchFamily="18" charset="0"/>
              </a:rPr>
              <a:t>The network ID is 8 bits long.</a:t>
            </a:r>
          </a:p>
          <a:p>
            <a:pPr algn="just"/>
            <a:r>
              <a:rPr lang="en-IN" sz="1800" dirty="0">
                <a:latin typeface="Times New Roman" panose="02020603050405020304" pitchFamily="18" charset="0"/>
                <a:cs typeface="Times New Roman" panose="02020603050405020304" pitchFamily="18" charset="0"/>
              </a:rPr>
              <a:t>The host ID is 24 bits long.</a:t>
            </a:r>
          </a:p>
          <a:p>
            <a:pPr algn="just"/>
            <a:r>
              <a:rPr lang="en-IN" sz="1800" dirty="0">
                <a:latin typeface="Times New Roman" panose="02020603050405020304" pitchFamily="18" charset="0"/>
                <a:cs typeface="Times New Roman" panose="02020603050405020304" pitchFamily="18" charset="0"/>
              </a:rPr>
              <a:t>In Class A, the first bit in higher order bits of the first octet is always set to 0 and the remaining 7 bits determine the network ID. The 24 bits determine the host ID in any network.</a:t>
            </a:r>
          </a:p>
          <a:p>
            <a:pPr algn="just"/>
            <a:r>
              <a:rPr lang="en-IN" sz="1800" dirty="0">
                <a:latin typeface="Times New Roman" panose="02020603050405020304" pitchFamily="18" charset="0"/>
                <a:cs typeface="Times New Roman" panose="02020603050405020304" pitchFamily="18" charset="0"/>
              </a:rPr>
              <a:t>The total number of networks in Class A = 2</a:t>
            </a:r>
            <a:r>
              <a:rPr lang="en-IN" sz="1800" baseline="30000" dirty="0">
                <a:latin typeface="Times New Roman" panose="02020603050405020304" pitchFamily="18" charset="0"/>
                <a:cs typeface="Times New Roman" panose="02020603050405020304" pitchFamily="18" charset="0"/>
              </a:rPr>
              <a:t>7</a:t>
            </a:r>
            <a:r>
              <a:rPr lang="en-IN" sz="1800" dirty="0">
                <a:latin typeface="Times New Roman" panose="02020603050405020304" pitchFamily="18" charset="0"/>
                <a:cs typeface="Times New Roman" panose="02020603050405020304" pitchFamily="18" charset="0"/>
              </a:rPr>
              <a:t> = 128 network address</a:t>
            </a:r>
          </a:p>
          <a:p>
            <a:pPr algn="just"/>
            <a:r>
              <a:rPr lang="en-IN" sz="1800" dirty="0">
                <a:latin typeface="Times New Roman" panose="02020603050405020304" pitchFamily="18" charset="0"/>
                <a:cs typeface="Times New Roman" panose="02020603050405020304" pitchFamily="18" charset="0"/>
              </a:rPr>
              <a:t>The total number of hosts in Class A = 2</a:t>
            </a:r>
            <a:r>
              <a:rPr lang="en-IN" sz="1800" baseline="30000" dirty="0">
                <a:latin typeface="Times New Roman" panose="02020603050405020304" pitchFamily="18" charset="0"/>
                <a:cs typeface="Times New Roman" panose="02020603050405020304" pitchFamily="18" charset="0"/>
              </a:rPr>
              <a:t>24</a:t>
            </a:r>
            <a:r>
              <a:rPr lang="en-IN" sz="1800" dirty="0">
                <a:latin typeface="Times New Roman" panose="02020603050405020304" pitchFamily="18" charset="0"/>
                <a:cs typeface="Times New Roman" panose="02020603050405020304" pitchFamily="18" charset="0"/>
              </a:rPr>
              <a:t> - 2 = 16,777,214 host address</a:t>
            </a:r>
          </a:p>
          <a:p>
            <a:pPr algn="just"/>
            <a:endParaRPr lang="en-IN" sz="1800" dirty="0">
              <a:latin typeface="Times New Roman" panose="02020603050405020304" pitchFamily="18" charset="0"/>
              <a:cs typeface="Times New Roman" panose="02020603050405020304" pitchFamily="18" charset="0"/>
            </a:endParaRPr>
          </a:p>
        </p:txBody>
      </p:sp>
      <p:pic>
        <p:nvPicPr>
          <p:cNvPr id="39938" name="Picture 2" descr="Network Addressing"/>
          <p:cNvPicPr>
            <a:picLocks noChangeAspect="1" noChangeArrowheads="1"/>
          </p:cNvPicPr>
          <p:nvPr/>
        </p:nvPicPr>
        <p:blipFill>
          <a:blip r:embed="rId2" cstate="print"/>
          <a:srcRect/>
          <a:stretch>
            <a:fillRect/>
          </a:stretch>
        </p:blipFill>
        <p:spPr bwMode="auto">
          <a:xfrm>
            <a:off x="2067198" y="5162583"/>
            <a:ext cx="3536768" cy="756829"/>
          </a:xfrm>
          <a:prstGeom prst="rect">
            <a:avLst/>
          </a:prstGeom>
          <a:noFill/>
        </p:spPr>
      </p:pic>
      <p:sp>
        <p:nvSpPr>
          <p:cNvPr id="6" name="Slide Number Placeholder 3">
            <a:extLst>
              <a:ext uri="{FF2B5EF4-FFF2-40B4-BE49-F238E27FC236}">
                <a16:creationId xmlns:a16="http://schemas.microsoft.com/office/drawing/2014/main" id="{8AB7C2B3-A06E-C6BD-A7BD-93BD18B4F6B6}"/>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12</a:t>
            </a:fld>
            <a:endParaRPr lang="en-US"/>
          </a:p>
        </p:txBody>
      </p:sp>
      <p:sp>
        <p:nvSpPr>
          <p:cNvPr id="4" name="Google Shape;106;p2">
            <a:extLst>
              <a:ext uri="{FF2B5EF4-FFF2-40B4-BE49-F238E27FC236}">
                <a16:creationId xmlns:a16="http://schemas.microsoft.com/office/drawing/2014/main" id="{62DEEB26-5EBF-E94A-6174-441D3C0BF12C}"/>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9D4E2B-2E26-765B-55E6-19588570CEF6}"/>
              </a:ext>
            </a:extLst>
          </p:cNvPr>
          <p:cNvSpPr>
            <a:spLocks noGrp="1"/>
          </p:cNvSpPr>
          <p:nvPr>
            <p:ph type="title"/>
          </p:nvPr>
        </p:nvSpPr>
        <p:spPr>
          <a:xfrm>
            <a:off x="421957" y="1024905"/>
            <a:ext cx="5486040" cy="914040"/>
          </a:xfrm>
        </p:spPr>
        <p:txBody>
          <a:bodyPr/>
          <a:lstStyle/>
          <a:p>
            <a:r>
              <a:rPr lang="en-IN" sz="3200" b="1" dirty="0">
                <a:latin typeface="Times New Roman" panose="02020603050405020304" pitchFamily="18" charset="0"/>
                <a:cs typeface="Times New Roman" panose="02020603050405020304" pitchFamily="18" charset="0"/>
              </a:rPr>
              <a:t>Class B</a:t>
            </a:r>
          </a:p>
        </p:txBody>
      </p:sp>
      <p:sp>
        <p:nvSpPr>
          <p:cNvPr id="3" name="Content Placeholder 2"/>
          <p:cNvSpPr>
            <a:spLocks noGrp="1"/>
          </p:cNvSpPr>
          <p:nvPr>
            <p:ph idx="1"/>
          </p:nvPr>
        </p:nvSpPr>
        <p:spPr>
          <a:xfrm>
            <a:off x="628650" y="1819073"/>
            <a:ext cx="7886700" cy="3233057"/>
          </a:xfrm>
        </p:spPr>
        <p:txBody>
          <a:bodyPr>
            <a:normAutofit fontScale="92500"/>
          </a:bodyPr>
          <a:lstStyle/>
          <a:p>
            <a:pPr algn="just"/>
            <a:r>
              <a:rPr lang="en-IN" sz="1800" dirty="0">
                <a:latin typeface="Times New Roman" panose="02020603050405020304" pitchFamily="18" charset="0"/>
                <a:cs typeface="Times New Roman" panose="02020603050405020304" pitchFamily="18" charset="0"/>
              </a:rPr>
              <a:t>In Class B, an IP address is assigned to those networks that range from small-sized to large-sized networks.</a:t>
            </a:r>
          </a:p>
          <a:p>
            <a:pPr algn="just"/>
            <a:r>
              <a:rPr lang="en-IN" sz="1800" dirty="0">
                <a:latin typeface="Times New Roman" panose="02020603050405020304" pitchFamily="18" charset="0"/>
                <a:cs typeface="Times New Roman" panose="02020603050405020304" pitchFamily="18" charset="0"/>
              </a:rPr>
              <a:t>The Network ID is 16 bits long.</a:t>
            </a:r>
          </a:p>
          <a:p>
            <a:pPr algn="just"/>
            <a:r>
              <a:rPr lang="en-IN" sz="1800" dirty="0">
                <a:latin typeface="Times New Roman" panose="02020603050405020304" pitchFamily="18" charset="0"/>
                <a:cs typeface="Times New Roman" panose="02020603050405020304" pitchFamily="18" charset="0"/>
              </a:rPr>
              <a:t>The Host ID is 16 bits long.</a:t>
            </a:r>
          </a:p>
          <a:p>
            <a:pPr algn="just"/>
            <a:r>
              <a:rPr lang="en-IN" sz="1800" dirty="0">
                <a:latin typeface="Times New Roman" panose="02020603050405020304" pitchFamily="18" charset="0"/>
                <a:cs typeface="Times New Roman" panose="02020603050405020304" pitchFamily="18" charset="0"/>
              </a:rPr>
              <a:t>In Class B, the higher order bits of the first octet is always set to 10, and the remaining14 bits determine the network ID. The other 16 bits determine the Host ID.</a:t>
            </a:r>
          </a:p>
          <a:p>
            <a:pPr algn="just"/>
            <a:r>
              <a:rPr lang="en-IN" sz="1800" dirty="0">
                <a:latin typeface="Times New Roman" panose="02020603050405020304" pitchFamily="18" charset="0"/>
                <a:cs typeface="Times New Roman" panose="02020603050405020304" pitchFamily="18" charset="0"/>
              </a:rPr>
              <a:t>The total number of networks in Class B = 2</a:t>
            </a:r>
            <a:r>
              <a:rPr lang="en-IN" sz="1800" baseline="30000" dirty="0">
                <a:latin typeface="Times New Roman" panose="02020603050405020304" pitchFamily="18" charset="0"/>
                <a:cs typeface="Times New Roman" panose="02020603050405020304" pitchFamily="18" charset="0"/>
              </a:rPr>
              <a:t>14</a:t>
            </a:r>
            <a:r>
              <a:rPr lang="en-IN" sz="1800" dirty="0">
                <a:latin typeface="Times New Roman" panose="02020603050405020304" pitchFamily="18" charset="0"/>
                <a:cs typeface="Times New Roman" panose="02020603050405020304" pitchFamily="18" charset="0"/>
              </a:rPr>
              <a:t> = 16384 network address</a:t>
            </a:r>
          </a:p>
          <a:p>
            <a:pPr algn="just"/>
            <a:r>
              <a:rPr lang="en-IN" sz="1800" dirty="0">
                <a:latin typeface="Times New Roman" panose="02020603050405020304" pitchFamily="18" charset="0"/>
                <a:cs typeface="Times New Roman" panose="02020603050405020304" pitchFamily="18" charset="0"/>
              </a:rPr>
              <a:t>The total number of hosts in Class B = 2</a:t>
            </a:r>
            <a:r>
              <a:rPr lang="en-IN" sz="1800" baseline="30000" dirty="0">
                <a:latin typeface="Times New Roman" panose="02020603050405020304" pitchFamily="18" charset="0"/>
                <a:cs typeface="Times New Roman" panose="02020603050405020304" pitchFamily="18" charset="0"/>
              </a:rPr>
              <a:t>16</a:t>
            </a:r>
            <a:r>
              <a:rPr lang="en-IN" sz="1800" dirty="0">
                <a:latin typeface="Times New Roman" panose="02020603050405020304" pitchFamily="18" charset="0"/>
                <a:cs typeface="Times New Roman" panose="02020603050405020304" pitchFamily="18" charset="0"/>
              </a:rPr>
              <a:t> - 2 = 65534 host address</a:t>
            </a:r>
          </a:p>
          <a:p>
            <a:pPr algn="just"/>
            <a:endParaRPr lang="en-IN" sz="1800" dirty="0">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9609A212-37D1-E204-E1D2-AE785426E6B6}"/>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13</a:t>
            </a:fld>
            <a:endParaRPr lang="en-US"/>
          </a:p>
        </p:txBody>
      </p:sp>
      <p:pic>
        <p:nvPicPr>
          <p:cNvPr id="6" name="Picture 5">
            <a:extLst>
              <a:ext uri="{FF2B5EF4-FFF2-40B4-BE49-F238E27FC236}">
                <a16:creationId xmlns:a16="http://schemas.microsoft.com/office/drawing/2014/main" id="{4F2B4904-47ED-6D72-38B5-F7C03B7252C1}"/>
              </a:ext>
            </a:extLst>
          </p:cNvPr>
          <p:cNvPicPr>
            <a:picLocks noChangeAspect="1"/>
          </p:cNvPicPr>
          <p:nvPr/>
        </p:nvPicPr>
        <p:blipFill>
          <a:blip r:embed="rId2"/>
          <a:stretch>
            <a:fillRect/>
          </a:stretch>
        </p:blipFill>
        <p:spPr>
          <a:xfrm>
            <a:off x="2289612" y="5068957"/>
            <a:ext cx="4564776" cy="8622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B2D3D1F-C9B6-8068-1352-9066D698C09B}"/>
              </a:ext>
            </a:extLst>
          </p:cNvPr>
          <p:cNvSpPr>
            <a:spLocks noGrp="1"/>
          </p:cNvSpPr>
          <p:nvPr>
            <p:ph type="title"/>
          </p:nvPr>
        </p:nvSpPr>
        <p:spPr>
          <a:xfrm>
            <a:off x="459685" y="939289"/>
            <a:ext cx="5486040" cy="914040"/>
          </a:xfrm>
        </p:spPr>
        <p:txBody>
          <a:bodyPr/>
          <a:lstStyle/>
          <a:p>
            <a:r>
              <a:rPr lang="en-IN" sz="3200" b="1" dirty="0">
                <a:latin typeface="Times New Roman" panose="02020603050405020304" pitchFamily="18" charset="0"/>
                <a:cs typeface="Times New Roman" panose="02020603050405020304" pitchFamily="18" charset="0"/>
              </a:rPr>
              <a:t>Class C</a:t>
            </a:r>
          </a:p>
        </p:txBody>
      </p:sp>
      <p:sp>
        <p:nvSpPr>
          <p:cNvPr id="3" name="Content Placeholder 2"/>
          <p:cNvSpPr>
            <a:spLocks noGrp="1"/>
          </p:cNvSpPr>
          <p:nvPr>
            <p:ph idx="1"/>
          </p:nvPr>
        </p:nvSpPr>
        <p:spPr>
          <a:xfrm>
            <a:off x="628650" y="1986371"/>
            <a:ext cx="7886700" cy="3184071"/>
          </a:xfrm>
        </p:spPr>
        <p:txBody>
          <a:bodyPr>
            <a:normAutofit lnSpcReduction="10000"/>
          </a:bodyPr>
          <a:lstStyle/>
          <a:p>
            <a:pPr algn="just"/>
            <a:r>
              <a:rPr lang="en-IN" sz="1800" dirty="0">
                <a:latin typeface="Times New Roman" panose="02020603050405020304" pitchFamily="18" charset="0"/>
                <a:cs typeface="Times New Roman" panose="02020603050405020304" pitchFamily="18" charset="0"/>
              </a:rPr>
              <a:t>In Class C, an IP address is assigned to only small-sized networks.</a:t>
            </a:r>
          </a:p>
          <a:p>
            <a:pPr algn="just"/>
            <a:r>
              <a:rPr lang="en-IN" sz="1800" dirty="0">
                <a:latin typeface="Times New Roman" panose="02020603050405020304" pitchFamily="18" charset="0"/>
                <a:cs typeface="Times New Roman" panose="02020603050405020304" pitchFamily="18" charset="0"/>
              </a:rPr>
              <a:t>The Network ID is 24 bits long.</a:t>
            </a:r>
          </a:p>
          <a:p>
            <a:pPr algn="just"/>
            <a:r>
              <a:rPr lang="en-IN" sz="1800" dirty="0">
                <a:latin typeface="Times New Roman" panose="02020603050405020304" pitchFamily="18" charset="0"/>
                <a:cs typeface="Times New Roman" panose="02020603050405020304" pitchFamily="18" charset="0"/>
              </a:rPr>
              <a:t>The host ID is 8 bits long.</a:t>
            </a:r>
          </a:p>
          <a:p>
            <a:pPr algn="just"/>
            <a:r>
              <a:rPr lang="en-IN" sz="1800" dirty="0">
                <a:latin typeface="Times New Roman" panose="02020603050405020304" pitchFamily="18" charset="0"/>
                <a:cs typeface="Times New Roman" panose="02020603050405020304" pitchFamily="18" charset="0"/>
              </a:rPr>
              <a:t>In Class C, the higher order bits of the first octet is always set to 110, and the remaining 21 bits determine the network ID. The 8 bits of the host ID determine the host in a network.</a:t>
            </a:r>
          </a:p>
          <a:p>
            <a:pPr algn="just"/>
            <a:r>
              <a:rPr lang="en-IN" sz="1800" dirty="0">
                <a:latin typeface="Times New Roman" panose="02020603050405020304" pitchFamily="18" charset="0"/>
                <a:cs typeface="Times New Roman" panose="02020603050405020304" pitchFamily="18" charset="0"/>
              </a:rPr>
              <a:t>The total number of networks = 2</a:t>
            </a:r>
            <a:r>
              <a:rPr lang="en-IN" sz="1800" baseline="30000" dirty="0">
                <a:latin typeface="Times New Roman" panose="02020603050405020304" pitchFamily="18" charset="0"/>
                <a:cs typeface="Times New Roman" panose="02020603050405020304" pitchFamily="18" charset="0"/>
              </a:rPr>
              <a:t>21</a:t>
            </a:r>
            <a:r>
              <a:rPr lang="en-IN" sz="1800" dirty="0">
                <a:latin typeface="Times New Roman" panose="02020603050405020304" pitchFamily="18" charset="0"/>
                <a:cs typeface="Times New Roman" panose="02020603050405020304" pitchFamily="18" charset="0"/>
              </a:rPr>
              <a:t> = 2097152 network address</a:t>
            </a:r>
          </a:p>
          <a:p>
            <a:pPr algn="just"/>
            <a:r>
              <a:rPr lang="en-IN" sz="1800" dirty="0">
                <a:latin typeface="Times New Roman" panose="02020603050405020304" pitchFamily="18" charset="0"/>
                <a:cs typeface="Times New Roman" panose="02020603050405020304" pitchFamily="18" charset="0"/>
              </a:rPr>
              <a:t>The total number of hosts = 2</a:t>
            </a:r>
            <a:r>
              <a:rPr lang="en-IN" sz="1800" baseline="30000" dirty="0">
                <a:latin typeface="Times New Roman" panose="02020603050405020304" pitchFamily="18" charset="0"/>
                <a:cs typeface="Times New Roman" panose="02020603050405020304" pitchFamily="18" charset="0"/>
              </a:rPr>
              <a:t>8</a:t>
            </a:r>
            <a:r>
              <a:rPr lang="en-IN" sz="1800" dirty="0">
                <a:latin typeface="Times New Roman" panose="02020603050405020304" pitchFamily="18" charset="0"/>
                <a:cs typeface="Times New Roman" panose="02020603050405020304" pitchFamily="18" charset="0"/>
              </a:rPr>
              <a:t> - 2 = 254 host address</a:t>
            </a:r>
          </a:p>
          <a:p>
            <a:pPr algn="just"/>
            <a:endParaRPr lang="en-IN" sz="1800" dirty="0">
              <a:latin typeface="Times New Roman" panose="02020603050405020304" pitchFamily="18" charset="0"/>
              <a:cs typeface="Times New Roman" panose="02020603050405020304" pitchFamily="18" charset="0"/>
            </a:endParaRPr>
          </a:p>
        </p:txBody>
      </p:sp>
      <p:pic>
        <p:nvPicPr>
          <p:cNvPr id="55298" name="Picture 2" descr="Network Addressing"/>
          <p:cNvPicPr>
            <a:picLocks noChangeAspect="1" noChangeArrowheads="1"/>
          </p:cNvPicPr>
          <p:nvPr/>
        </p:nvPicPr>
        <p:blipFill>
          <a:blip r:embed="rId2" cstate="print"/>
          <a:srcRect/>
          <a:stretch>
            <a:fillRect/>
          </a:stretch>
        </p:blipFill>
        <p:spPr bwMode="auto">
          <a:xfrm>
            <a:off x="2477536" y="5170442"/>
            <a:ext cx="3468189" cy="747032"/>
          </a:xfrm>
          <a:prstGeom prst="rect">
            <a:avLst/>
          </a:prstGeom>
          <a:noFill/>
        </p:spPr>
      </p:pic>
      <p:sp>
        <p:nvSpPr>
          <p:cNvPr id="5" name="Slide Number Placeholder 3">
            <a:extLst>
              <a:ext uri="{FF2B5EF4-FFF2-40B4-BE49-F238E27FC236}">
                <a16:creationId xmlns:a16="http://schemas.microsoft.com/office/drawing/2014/main" id="{5D005152-BB2E-C22A-1495-F2350AA4F68F}"/>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0983B2-3A14-8B39-9970-0C061BCDFE97}"/>
              </a:ext>
            </a:extLst>
          </p:cNvPr>
          <p:cNvSpPr>
            <a:spLocks noGrp="1"/>
          </p:cNvSpPr>
          <p:nvPr>
            <p:ph type="title"/>
          </p:nvPr>
        </p:nvSpPr>
        <p:spPr>
          <a:xfrm>
            <a:off x="628650" y="1048997"/>
            <a:ext cx="5486040" cy="914040"/>
          </a:xfrm>
        </p:spPr>
        <p:txBody>
          <a:bodyPr/>
          <a:lstStyle/>
          <a:p>
            <a:r>
              <a:rPr lang="en-IN" sz="3200" b="1" dirty="0">
                <a:latin typeface="Times New Roman" panose="02020603050405020304" pitchFamily="18" charset="0"/>
                <a:cs typeface="Times New Roman" panose="02020603050405020304" pitchFamily="18" charset="0"/>
              </a:rPr>
              <a:t>Class D</a:t>
            </a:r>
          </a:p>
        </p:txBody>
      </p:sp>
      <p:sp>
        <p:nvSpPr>
          <p:cNvPr id="3" name="Content Placeholder 2"/>
          <p:cNvSpPr>
            <a:spLocks noGrp="1"/>
          </p:cNvSpPr>
          <p:nvPr>
            <p:ph idx="1"/>
          </p:nvPr>
        </p:nvSpPr>
        <p:spPr>
          <a:xfrm>
            <a:off x="628650" y="2226469"/>
            <a:ext cx="7886700" cy="1305401"/>
          </a:xfrm>
        </p:spPr>
        <p:txBody>
          <a:bodyPr>
            <a:normAutofit fontScale="92500" lnSpcReduction="20000"/>
          </a:bodyPr>
          <a:lstStyle/>
          <a:p>
            <a:pPr algn="just"/>
            <a:r>
              <a:rPr lang="en-IN" sz="1800" dirty="0">
                <a:latin typeface="Times New Roman" panose="02020603050405020304" pitchFamily="18" charset="0"/>
                <a:cs typeface="Times New Roman" panose="02020603050405020304" pitchFamily="18" charset="0"/>
              </a:rPr>
              <a:t>In Class D, an IP address is reserved for multicast addresses. It does not possess subnetting. </a:t>
            </a:r>
          </a:p>
          <a:p>
            <a:pPr algn="just"/>
            <a:r>
              <a:rPr lang="en-IN" sz="1800" dirty="0">
                <a:latin typeface="Times New Roman" panose="02020603050405020304" pitchFamily="18" charset="0"/>
                <a:cs typeface="Times New Roman" panose="02020603050405020304" pitchFamily="18" charset="0"/>
              </a:rPr>
              <a:t>The higher order bits of the first octet is always set to 1110, and the remaining bits determines the host ID in any network.</a:t>
            </a:r>
          </a:p>
        </p:txBody>
      </p:sp>
      <p:pic>
        <p:nvPicPr>
          <p:cNvPr id="56322" name="Picture 2" descr="Network Addressing"/>
          <p:cNvPicPr>
            <a:picLocks noChangeAspect="1" noChangeArrowheads="1"/>
          </p:cNvPicPr>
          <p:nvPr/>
        </p:nvPicPr>
        <p:blipFill>
          <a:blip r:embed="rId2" cstate="print"/>
          <a:srcRect/>
          <a:stretch>
            <a:fillRect/>
          </a:stretch>
        </p:blipFill>
        <p:spPr bwMode="auto">
          <a:xfrm>
            <a:off x="2290712" y="3922602"/>
            <a:ext cx="3385535" cy="1003424"/>
          </a:xfrm>
          <a:prstGeom prst="rect">
            <a:avLst/>
          </a:prstGeom>
          <a:noFill/>
        </p:spPr>
      </p:pic>
      <p:sp>
        <p:nvSpPr>
          <p:cNvPr id="5" name="Slide Number Placeholder 3">
            <a:extLst>
              <a:ext uri="{FF2B5EF4-FFF2-40B4-BE49-F238E27FC236}">
                <a16:creationId xmlns:a16="http://schemas.microsoft.com/office/drawing/2014/main" id="{F654B8C4-C073-19D3-D1F2-BFC53599E8F6}"/>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A2F3671-649D-FF6D-BD01-20F80C4A812E}"/>
              </a:ext>
            </a:extLst>
          </p:cNvPr>
          <p:cNvSpPr>
            <a:spLocks noGrp="1"/>
          </p:cNvSpPr>
          <p:nvPr>
            <p:ph type="title"/>
          </p:nvPr>
        </p:nvSpPr>
        <p:spPr>
          <a:xfrm>
            <a:off x="628650" y="1020131"/>
            <a:ext cx="5486040" cy="914040"/>
          </a:xfrm>
        </p:spPr>
        <p:txBody>
          <a:bodyPr/>
          <a:lstStyle/>
          <a:p>
            <a:r>
              <a:rPr lang="en-IN" sz="3200" b="1" dirty="0">
                <a:latin typeface="Times New Roman" panose="02020603050405020304" pitchFamily="18" charset="0"/>
                <a:cs typeface="Times New Roman" panose="02020603050405020304" pitchFamily="18" charset="0"/>
              </a:rPr>
              <a:t>Class E</a:t>
            </a:r>
          </a:p>
        </p:txBody>
      </p:sp>
      <p:sp>
        <p:nvSpPr>
          <p:cNvPr id="3" name="Content Placeholder 2"/>
          <p:cNvSpPr>
            <a:spLocks noGrp="1"/>
          </p:cNvSpPr>
          <p:nvPr>
            <p:ph idx="1"/>
          </p:nvPr>
        </p:nvSpPr>
        <p:spPr>
          <a:xfrm>
            <a:off x="628650" y="2242355"/>
            <a:ext cx="7886700" cy="1462156"/>
          </a:xfrm>
        </p:spPr>
        <p:txBody>
          <a:bodyPr>
            <a:normAutofit/>
          </a:bodyPr>
          <a:lstStyle/>
          <a:p>
            <a:pPr algn="just"/>
            <a:r>
              <a:rPr lang="en-IN" sz="1800" dirty="0">
                <a:latin typeface="Times New Roman" panose="02020603050405020304" pitchFamily="18" charset="0"/>
                <a:cs typeface="Times New Roman" panose="02020603050405020304" pitchFamily="18" charset="0"/>
              </a:rPr>
              <a:t>In Class E, an IP address is used for the future use or for the research and development purposes. It does not possess any </a:t>
            </a:r>
            <a:r>
              <a:rPr lang="en-IN" sz="1800" dirty="0" err="1">
                <a:latin typeface="Times New Roman" panose="02020603050405020304" pitchFamily="18" charset="0"/>
                <a:cs typeface="Times New Roman" panose="02020603050405020304" pitchFamily="18" charset="0"/>
              </a:rPr>
              <a:t>subnetting</a:t>
            </a:r>
            <a:r>
              <a:rPr lang="en-IN" sz="1800" dirty="0">
                <a:latin typeface="Times New Roman" panose="02020603050405020304" pitchFamily="18" charset="0"/>
                <a:cs typeface="Times New Roman" panose="02020603050405020304" pitchFamily="18" charset="0"/>
              </a:rPr>
              <a:t>. The higher order bits of the first octet is always set to 1111, and the remaining bits determines the host ID in any network.</a:t>
            </a:r>
          </a:p>
        </p:txBody>
      </p:sp>
      <p:pic>
        <p:nvPicPr>
          <p:cNvPr id="57346" name="Picture 2" descr="Network Addressing"/>
          <p:cNvPicPr>
            <a:picLocks noChangeAspect="1" noChangeArrowheads="1"/>
          </p:cNvPicPr>
          <p:nvPr/>
        </p:nvPicPr>
        <p:blipFill>
          <a:blip r:embed="rId2" cstate="print"/>
          <a:srcRect/>
          <a:stretch>
            <a:fillRect/>
          </a:stretch>
        </p:blipFill>
        <p:spPr bwMode="auto">
          <a:xfrm>
            <a:off x="1923068" y="3947485"/>
            <a:ext cx="3916030" cy="889037"/>
          </a:xfrm>
          <a:prstGeom prst="rect">
            <a:avLst/>
          </a:prstGeom>
          <a:noFill/>
        </p:spPr>
      </p:pic>
      <p:sp>
        <p:nvSpPr>
          <p:cNvPr id="5" name="Slide Number Placeholder 3">
            <a:extLst>
              <a:ext uri="{FF2B5EF4-FFF2-40B4-BE49-F238E27FC236}">
                <a16:creationId xmlns:a16="http://schemas.microsoft.com/office/drawing/2014/main" id="{34699CFB-5275-639A-6EAA-AD80A148D75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
            <a:extLst>
              <a:ext uri="{FF2B5EF4-FFF2-40B4-BE49-F238E27FC236}">
                <a16:creationId xmlns:a16="http://schemas.microsoft.com/office/drawing/2014/main" id="{C56C917F-EC3C-5AD6-FB45-114CCC9B4B47}"/>
              </a:ext>
            </a:extLst>
          </p:cNvPr>
          <p:cNvSpPr txBox="1">
            <a:spLocks noChangeArrowheads="1"/>
          </p:cNvSpPr>
          <p:nvPr/>
        </p:nvSpPr>
        <p:spPr bwMode="auto">
          <a:xfrm>
            <a:off x="427743" y="1417163"/>
            <a:ext cx="84582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A block in class A address is too large for almost any organization. It means that most of the IP addresses in class A were wasted.</a:t>
            </a:r>
          </a:p>
          <a:p>
            <a:pPr algn="just">
              <a:buFont typeface="Wingdings" panose="05000000000000000000" pitchFamily="2" charset="2"/>
              <a:buChar char="Ø"/>
            </a:pPr>
            <a:endParaRPr lang="en-US" altLang="en-US" sz="1800" b="0" baseline="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A block in class B is also very large.</a:t>
            </a:r>
          </a:p>
          <a:p>
            <a:pPr algn="just">
              <a:buFont typeface="Wingdings" panose="05000000000000000000" pitchFamily="2" charset="2"/>
              <a:buChar char="Ø"/>
            </a:pPr>
            <a:endParaRPr lang="en-US" altLang="en-US" sz="1800" b="0" baseline="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A block in class C is probably too small for many organizations.</a:t>
            </a:r>
          </a:p>
          <a:p>
            <a:pPr algn="just">
              <a:buFont typeface="Wingdings" panose="05000000000000000000" pitchFamily="2" charset="2"/>
              <a:buChar char="Ø"/>
            </a:pPr>
            <a:endParaRPr lang="en-US" altLang="en-US" sz="1800" b="0" baseline="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Class D addresses were designed for multicasting. Each IP  address in this class is used to define one group of hosts on the Internet. The Internet authorities wrongly predicted a need of 268,435,456 groups. This never happened and many IP addresses were wasted.</a:t>
            </a:r>
          </a:p>
          <a:p>
            <a:pPr algn="just">
              <a:buFont typeface="Wingdings" panose="05000000000000000000" pitchFamily="2" charset="2"/>
              <a:buChar char="Ø"/>
            </a:pPr>
            <a:endParaRPr lang="en-US" altLang="en-US" sz="1800" b="0" baseline="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1800" b="0" baseline="0" dirty="0">
                <a:latin typeface="Times New Roman" panose="02020603050405020304" pitchFamily="18" charset="0"/>
                <a:cs typeface="Times New Roman" panose="02020603050405020304" pitchFamily="18" charset="0"/>
              </a:rPr>
              <a:t>Class E IP addresses were reserved for future use; only a few were used, resulting in another waste of IP addresses</a:t>
            </a:r>
            <a:endParaRPr lang="en-US" altLang="en-US" sz="1800" b="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A8C7CFA6-E4C7-22D5-112E-A14D45B84C91}"/>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17</a:t>
            </a:fld>
            <a:endParaRPr lang="en-US"/>
          </a:p>
        </p:txBody>
      </p:sp>
      <p:sp>
        <p:nvSpPr>
          <p:cNvPr id="6" name="Title 1">
            <a:extLst>
              <a:ext uri="{FF2B5EF4-FFF2-40B4-BE49-F238E27FC236}">
                <a16:creationId xmlns:a16="http://schemas.microsoft.com/office/drawing/2014/main" id="{CBD47273-2E6E-ADA1-97FF-99C62EDA8AFC}"/>
              </a:ext>
            </a:extLst>
          </p:cNvPr>
          <p:cNvSpPr txBox="1">
            <a:spLocks/>
          </p:cNvSpPr>
          <p:nvPr/>
        </p:nvSpPr>
        <p:spPr>
          <a:xfrm>
            <a:off x="0" y="635006"/>
            <a:ext cx="5486040" cy="91404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Classful Addressing</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804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4">
            <a:extLst>
              <a:ext uri="{FF2B5EF4-FFF2-40B4-BE49-F238E27FC236}">
                <a16:creationId xmlns:a16="http://schemas.microsoft.com/office/drawing/2014/main" id="{96B0EC50-B12F-025F-F861-40A401AA008A}"/>
              </a:ext>
            </a:extLst>
          </p:cNvPr>
          <p:cNvSpPr txBox="1">
            <a:spLocks noChangeArrowheads="1"/>
          </p:cNvSpPr>
          <p:nvPr/>
        </p:nvSpPr>
        <p:spPr bwMode="auto">
          <a:xfrm>
            <a:off x="304800" y="736485"/>
            <a:ext cx="6642757"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3300" baseline="0" dirty="0">
                <a:latin typeface="Times New Roman" panose="02020603050405020304" pitchFamily="18" charset="0"/>
              </a:rPr>
              <a:t>Two level hierarchy in an IPv4 address</a:t>
            </a:r>
            <a:endParaRPr lang="en-US" altLang="en-US" sz="3300" i="1" baseline="0" dirty="0">
              <a:latin typeface="Times New Roman" panose="02020603050405020304" pitchFamily="18" charset="0"/>
            </a:endParaRPr>
          </a:p>
        </p:txBody>
      </p:sp>
      <p:pic>
        <p:nvPicPr>
          <p:cNvPr id="36867" name="Picture 6">
            <a:extLst>
              <a:ext uri="{FF2B5EF4-FFF2-40B4-BE49-F238E27FC236}">
                <a16:creationId xmlns:a16="http://schemas.microsoft.com/office/drawing/2014/main" id="{60343945-7254-5786-4751-3DC1E43C9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069" y="2254402"/>
            <a:ext cx="4449451" cy="1254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Box 7">
            <a:extLst>
              <a:ext uri="{FF2B5EF4-FFF2-40B4-BE49-F238E27FC236}">
                <a16:creationId xmlns:a16="http://schemas.microsoft.com/office/drawing/2014/main" id="{D8E3500A-1409-9FE9-1B8F-F60B55E43CF0}"/>
              </a:ext>
            </a:extLst>
          </p:cNvPr>
          <p:cNvSpPr txBox="1">
            <a:spLocks noChangeArrowheads="1"/>
          </p:cNvSpPr>
          <p:nvPr/>
        </p:nvSpPr>
        <p:spPr bwMode="auto">
          <a:xfrm>
            <a:off x="838200" y="4038600"/>
            <a:ext cx="7696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a:p>
        </p:txBody>
      </p:sp>
      <p:sp>
        <p:nvSpPr>
          <p:cNvPr id="36869" name="TextBox 8">
            <a:extLst>
              <a:ext uri="{FF2B5EF4-FFF2-40B4-BE49-F238E27FC236}">
                <a16:creationId xmlns:a16="http://schemas.microsoft.com/office/drawing/2014/main" id="{960EF1B0-830E-9161-863A-111532DD6248}"/>
              </a:ext>
            </a:extLst>
          </p:cNvPr>
          <p:cNvSpPr txBox="1">
            <a:spLocks noChangeArrowheads="1"/>
          </p:cNvSpPr>
          <p:nvPr/>
        </p:nvSpPr>
        <p:spPr bwMode="auto">
          <a:xfrm>
            <a:off x="304800" y="4022010"/>
            <a:ext cx="777240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0" baseline="0" dirty="0">
                <a:latin typeface="Times New Roman" panose="02020603050405020304" pitchFamily="18" charset="0"/>
                <a:cs typeface="Times New Roman" panose="02020603050405020304" pitchFamily="18" charset="0"/>
              </a:rPr>
              <a:t>Leftmost n bits (prefix) define the network id and,</a:t>
            </a:r>
          </a:p>
          <a:p>
            <a:pPr algn="just"/>
            <a:endParaRPr lang="en-US" altLang="en-US" sz="1800" b="0" baseline="0" dirty="0">
              <a:latin typeface="Times New Roman" panose="02020603050405020304" pitchFamily="18" charset="0"/>
              <a:cs typeface="Times New Roman" panose="02020603050405020304" pitchFamily="18" charset="0"/>
            </a:endParaRPr>
          </a:p>
          <a:p>
            <a:pPr algn="just"/>
            <a:r>
              <a:rPr lang="en-US" altLang="en-US" sz="1800" b="0" baseline="0" dirty="0">
                <a:latin typeface="Times New Roman" panose="02020603050405020304" pitchFamily="18" charset="0"/>
                <a:cs typeface="Times New Roman" panose="02020603050405020304" pitchFamily="18" charset="0"/>
              </a:rPr>
              <a:t>The right most 32-n (suffix) bits define the host id.</a:t>
            </a:r>
          </a:p>
          <a:p>
            <a:pPr algn="just"/>
            <a:endParaRPr lang="en-US" altLang="en-US" sz="1800" b="0" baseline="0" dirty="0">
              <a:latin typeface="Times New Roman" panose="02020603050405020304" pitchFamily="18" charset="0"/>
              <a:cs typeface="Times New Roman" panose="02020603050405020304" pitchFamily="18" charset="0"/>
            </a:endParaRPr>
          </a:p>
          <a:p>
            <a:pPr algn="just"/>
            <a:r>
              <a:rPr lang="en-US" altLang="en-US" sz="1800" b="0" baseline="0" dirty="0">
                <a:latin typeface="Times New Roman" panose="02020603050405020304" pitchFamily="18" charset="0"/>
                <a:cs typeface="Times New Roman" panose="02020603050405020304" pitchFamily="18" charset="0"/>
              </a:rPr>
              <a:t>The prefix is common to all devices in the network, suffix changes from one device to another.</a:t>
            </a:r>
          </a:p>
          <a:p>
            <a:pPr algn="just"/>
            <a:endParaRPr lang="en-US" altLang="en-US" sz="1800" b="0" baseline="0" dirty="0">
              <a:latin typeface="Times New Roman" panose="02020603050405020304" pitchFamily="18" charset="0"/>
              <a:cs typeface="Times New Roman" panose="02020603050405020304" pitchFamily="18" charset="0"/>
            </a:endParaRPr>
          </a:p>
          <a:p>
            <a:pPr algn="just"/>
            <a:endParaRPr lang="en-US" altLang="en-US" sz="1800" b="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98862000-7789-30FB-C7B4-2BEC9ACCA76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18</a:t>
            </a:fld>
            <a:endParaRPr lang="en-US"/>
          </a:p>
        </p:txBody>
      </p:sp>
    </p:spTree>
    <p:extLst>
      <p:ext uri="{BB962C8B-B14F-4D97-AF65-F5344CB8AC3E}">
        <p14:creationId xmlns:p14="http://schemas.microsoft.com/office/powerpoint/2010/main" val="1804852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EA3F2779-CA8A-C065-FD6F-FF7AED945402}"/>
              </a:ext>
            </a:extLst>
          </p:cNvPr>
          <p:cNvSpPr>
            <a:spLocks noGrp="1"/>
          </p:cNvSpPr>
          <p:nvPr>
            <p:ph/>
          </p:nvPr>
        </p:nvSpPr>
        <p:spPr bwMode="auto">
          <a:xfrm>
            <a:off x="457200" y="1178351"/>
            <a:ext cx="8229600" cy="4947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r>
              <a:rPr lang="en-US" altLang="en-US" sz="1800" b="1" dirty="0" err="1">
                <a:latin typeface="Times New Roman" panose="02020603050405020304" pitchFamily="18" charset="0"/>
                <a:cs typeface="Times New Roman" panose="02020603050405020304" pitchFamily="18" charset="0"/>
              </a:rPr>
              <a:t>Netid</a:t>
            </a:r>
            <a:r>
              <a:rPr lang="en-US" altLang="en-US" sz="1800" b="1" dirty="0">
                <a:latin typeface="Times New Roman" panose="02020603050405020304" pitchFamily="18" charset="0"/>
                <a:cs typeface="Times New Roman" panose="02020603050405020304" pitchFamily="18" charset="0"/>
              </a:rPr>
              <a:t> and </a:t>
            </a:r>
            <a:r>
              <a:rPr lang="en-US" altLang="en-US" sz="1800" b="1" dirty="0" err="1">
                <a:latin typeface="Times New Roman" panose="02020603050405020304" pitchFamily="18" charset="0"/>
                <a:cs typeface="Times New Roman" panose="02020603050405020304" pitchFamily="18" charset="0"/>
              </a:rPr>
              <a:t>Hostid</a:t>
            </a:r>
            <a:r>
              <a:rPr lang="en-US" altLang="en-US" sz="1800" b="1"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This concept does not apply to class D and E.</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For class A, one byte defines </a:t>
            </a:r>
            <a:r>
              <a:rPr lang="en-US" altLang="en-US" sz="1800" dirty="0" err="1">
                <a:latin typeface="Times New Roman" panose="02020603050405020304" pitchFamily="18" charset="0"/>
                <a:cs typeface="Times New Roman" panose="02020603050405020304" pitchFamily="18" charset="0"/>
              </a:rPr>
              <a:t>netid</a:t>
            </a:r>
            <a:r>
              <a:rPr lang="en-US" altLang="en-US" sz="1800" dirty="0">
                <a:latin typeface="Times New Roman" panose="02020603050405020304" pitchFamily="18" charset="0"/>
                <a:cs typeface="Times New Roman" panose="02020603050405020304" pitchFamily="18" charset="0"/>
              </a:rPr>
              <a:t>, and three bytes define </a:t>
            </a:r>
            <a:r>
              <a:rPr lang="en-US" altLang="en-US" sz="1800" dirty="0" err="1">
                <a:latin typeface="Times New Roman" panose="02020603050405020304" pitchFamily="18" charset="0"/>
                <a:cs typeface="Times New Roman" panose="02020603050405020304" pitchFamily="18" charset="0"/>
              </a:rPr>
              <a:t>hostid</a:t>
            </a:r>
            <a:r>
              <a:rPr lang="en-US" altLang="en-US" sz="1800"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In class B, two bytes define the </a:t>
            </a:r>
            <a:r>
              <a:rPr lang="en-US" altLang="en-US" sz="1800" dirty="0" err="1">
                <a:latin typeface="Times New Roman" panose="02020603050405020304" pitchFamily="18" charset="0"/>
                <a:cs typeface="Times New Roman" panose="02020603050405020304" pitchFamily="18" charset="0"/>
              </a:rPr>
              <a:t>netid</a:t>
            </a:r>
            <a:r>
              <a:rPr lang="en-US" altLang="en-US" sz="1800" dirty="0">
                <a:latin typeface="Times New Roman" panose="02020603050405020304" pitchFamily="18" charset="0"/>
                <a:cs typeface="Times New Roman" panose="02020603050405020304" pitchFamily="18" charset="0"/>
              </a:rPr>
              <a:t>, and two bytes define the </a:t>
            </a:r>
            <a:r>
              <a:rPr lang="en-US" altLang="en-US" sz="1800" dirty="0" err="1">
                <a:latin typeface="Times New Roman" panose="02020603050405020304" pitchFamily="18" charset="0"/>
                <a:cs typeface="Times New Roman" panose="02020603050405020304" pitchFamily="18" charset="0"/>
              </a:rPr>
              <a:t>hostid</a:t>
            </a:r>
            <a:r>
              <a:rPr lang="en-US" altLang="en-US" sz="1800"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In class C, three bytes define the </a:t>
            </a:r>
            <a:r>
              <a:rPr lang="en-US" altLang="en-US" sz="1800" dirty="0" err="1">
                <a:latin typeface="Times New Roman" panose="02020603050405020304" pitchFamily="18" charset="0"/>
                <a:cs typeface="Times New Roman" panose="02020603050405020304" pitchFamily="18" charset="0"/>
              </a:rPr>
              <a:t>netid</a:t>
            </a:r>
            <a:r>
              <a:rPr lang="en-US" altLang="en-US" sz="1800" dirty="0">
                <a:latin typeface="Times New Roman" panose="02020603050405020304" pitchFamily="18" charset="0"/>
                <a:cs typeface="Times New Roman" panose="02020603050405020304" pitchFamily="18" charset="0"/>
              </a:rPr>
              <a:t> , and one byte defines the </a:t>
            </a:r>
            <a:r>
              <a:rPr lang="en-US" altLang="en-US" sz="1800" dirty="0" err="1">
                <a:latin typeface="Times New Roman" panose="02020603050405020304" pitchFamily="18" charset="0"/>
                <a:cs typeface="Times New Roman" panose="02020603050405020304" pitchFamily="18" charset="0"/>
              </a:rPr>
              <a:t>hostid</a:t>
            </a:r>
            <a:r>
              <a:rPr lang="en-US" altLang="en-US" sz="1800" dirty="0">
                <a:latin typeface="Times New Roman" panose="02020603050405020304" pitchFamily="18" charset="0"/>
                <a:cs typeface="Times New Roman" panose="02020603050405020304" pitchFamily="18" charset="0"/>
              </a:rPr>
              <a:t>.</a:t>
            </a:r>
          </a:p>
        </p:txBody>
      </p:sp>
      <p:sp>
        <p:nvSpPr>
          <p:cNvPr id="3" name="Slide Number Placeholder 3">
            <a:extLst>
              <a:ext uri="{FF2B5EF4-FFF2-40B4-BE49-F238E27FC236}">
                <a16:creationId xmlns:a16="http://schemas.microsoft.com/office/drawing/2014/main" id="{6DFF5877-30BD-458A-5F50-DFD0677CDF90}"/>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4">
            <a:extLst>
              <a:ext uri="{FF2B5EF4-FFF2-40B4-BE49-F238E27FC236}">
                <a16:creationId xmlns:a16="http://schemas.microsoft.com/office/drawing/2014/main" id="{DE18261B-284F-2401-80AB-EE5C3ED05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421714"/>
            <a:ext cx="8291512"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2">
            <a:extLst>
              <a:ext uri="{FF2B5EF4-FFF2-40B4-BE49-F238E27FC236}">
                <a16:creationId xmlns:a16="http://schemas.microsoft.com/office/drawing/2014/main" id="{D340E484-DACC-EA5B-32CE-8D439C9285D0}"/>
              </a:ext>
            </a:extLst>
          </p:cNvPr>
          <p:cNvSpPr txBox="1">
            <a:spLocks/>
          </p:cNvSpPr>
          <p:nvPr/>
        </p:nvSpPr>
        <p:spPr>
          <a:xfrm>
            <a:off x="457200" y="1020454"/>
            <a:ext cx="8229600" cy="3124200"/>
          </a:xfrm>
          <a:prstGeom prst="rect">
            <a:avLst/>
          </a:prstGeom>
        </p:spPr>
        <p:txBody>
          <a:bodyPr/>
          <a:lstStyle/>
          <a:p>
            <a:pPr marL="342900" indent="-342900">
              <a:spcBef>
                <a:spcPct val="20000"/>
              </a:spcBef>
              <a:buClr>
                <a:schemeClr val="folHlink"/>
              </a:buClr>
              <a:buSzPct val="60000"/>
              <a:buFont typeface="Wingdings" pitchFamily="2" charset="2"/>
              <a:buNone/>
              <a:defRPr/>
            </a:pPr>
            <a:r>
              <a:rPr lang="en-US" sz="1800" b="1" kern="0" baseline="0" dirty="0">
                <a:latin typeface="Times New Roman" panose="02020603050405020304" pitchFamily="18" charset="0"/>
                <a:cs typeface="Times New Roman" panose="02020603050405020304" pitchFamily="18" charset="0"/>
              </a:rPr>
              <a:t>Mask:</a:t>
            </a:r>
          </a:p>
          <a:p>
            <a:pPr marL="342900" indent="-342900">
              <a:spcBef>
                <a:spcPct val="20000"/>
              </a:spcBef>
              <a:buClr>
                <a:schemeClr val="folHlink"/>
              </a:buClr>
              <a:buSzPct val="60000"/>
              <a:buFont typeface="Wingdings" pitchFamily="2" charset="2"/>
              <a:buChar char="n"/>
              <a:defRPr/>
            </a:pPr>
            <a:r>
              <a:rPr lang="en-US" sz="1800" b="0" kern="0" baseline="0" dirty="0">
                <a:latin typeface="Times New Roman" panose="02020603050405020304" pitchFamily="18" charset="0"/>
                <a:cs typeface="Times New Roman" panose="02020603050405020304" pitchFamily="18" charset="0"/>
              </a:rPr>
              <a:t>The concept does not apply to classes D and E.</a:t>
            </a:r>
          </a:p>
          <a:p>
            <a:pPr marL="342900" indent="-342900">
              <a:spcBef>
                <a:spcPct val="20000"/>
              </a:spcBef>
              <a:buClr>
                <a:schemeClr val="folHlink"/>
              </a:buClr>
              <a:buSzPct val="60000"/>
              <a:buFont typeface="Wingdings" pitchFamily="2" charset="2"/>
              <a:buChar char="n"/>
              <a:defRPr/>
            </a:pPr>
            <a:r>
              <a:rPr lang="en-US" sz="1800" b="0" kern="0" baseline="0" dirty="0">
                <a:latin typeface="Times New Roman" panose="02020603050405020304" pitchFamily="18" charset="0"/>
                <a:cs typeface="Times New Roman" panose="02020603050405020304" pitchFamily="18" charset="0"/>
              </a:rPr>
              <a:t>The mask can help us find </a:t>
            </a:r>
            <a:r>
              <a:rPr lang="en-US" sz="1800" b="0" kern="0" baseline="0" dirty="0" err="1">
                <a:latin typeface="Times New Roman" panose="02020603050405020304" pitchFamily="18" charset="0"/>
                <a:cs typeface="Times New Roman" panose="02020603050405020304" pitchFamily="18" charset="0"/>
              </a:rPr>
              <a:t>netid</a:t>
            </a:r>
            <a:r>
              <a:rPr lang="en-US" sz="1800" b="0" kern="0" baseline="0" dirty="0">
                <a:latin typeface="Times New Roman" panose="02020603050405020304" pitchFamily="18" charset="0"/>
                <a:cs typeface="Times New Roman" panose="02020603050405020304" pitchFamily="18" charset="0"/>
              </a:rPr>
              <a:t> and </a:t>
            </a:r>
            <a:r>
              <a:rPr lang="en-US" sz="1800" b="0" kern="0" baseline="0" dirty="0" err="1">
                <a:latin typeface="Times New Roman" panose="02020603050405020304" pitchFamily="18" charset="0"/>
                <a:cs typeface="Times New Roman" panose="02020603050405020304" pitchFamily="18" charset="0"/>
              </a:rPr>
              <a:t>hostid</a:t>
            </a:r>
            <a:r>
              <a:rPr lang="en-US" sz="1800" b="0" kern="0" baseline="0" dirty="0">
                <a:latin typeface="Times New Roman" panose="02020603050405020304" pitchFamily="18" charset="0"/>
                <a:cs typeface="Times New Roman" panose="02020603050405020304" pitchFamily="18" charset="0"/>
              </a:rPr>
              <a:t>.</a:t>
            </a:r>
          </a:p>
          <a:p>
            <a:pPr marL="342900" indent="-342900">
              <a:spcBef>
                <a:spcPct val="20000"/>
              </a:spcBef>
              <a:buClr>
                <a:schemeClr val="folHlink"/>
              </a:buClr>
              <a:buSzPct val="60000"/>
              <a:buFont typeface="Wingdings" pitchFamily="2" charset="2"/>
              <a:buChar char="n"/>
              <a:defRPr/>
            </a:pPr>
            <a:r>
              <a:rPr lang="en-US" sz="1800" b="0" kern="0" baseline="0" dirty="0">
                <a:latin typeface="Times New Roman" panose="02020603050405020304" pitchFamily="18" charset="0"/>
                <a:cs typeface="Times New Roman" panose="02020603050405020304" pitchFamily="18" charset="0"/>
              </a:rPr>
              <a:t>The last column shows the mask in the form /n, where n can be 8,16, or 24. This notation is called </a:t>
            </a:r>
            <a:r>
              <a:rPr lang="en-US" sz="1800" b="0" u="sng" kern="0" baseline="0" dirty="0">
                <a:latin typeface="Times New Roman" panose="02020603050405020304" pitchFamily="18" charset="0"/>
                <a:cs typeface="Times New Roman" panose="02020603050405020304" pitchFamily="18" charset="0"/>
              </a:rPr>
              <a:t>slash notation</a:t>
            </a:r>
            <a:r>
              <a:rPr lang="en-US" sz="1800" b="0" kern="0" baseline="0" dirty="0">
                <a:latin typeface="Times New Roman" panose="02020603050405020304" pitchFamily="18" charset="0"/>
                <a:cs typeface="Times New Roman" panose="02020603050405020304" pitchFamily="18" charset="0"/>
              </a:rPr>
              <a:t> or </a:t>
            </a:r>
            <a:r>
              <a:rPr lang="en-US" sz="1800" b="0" u="sng" kern="0" baseline="0" dirty="0">
                <a:latin typeface="Times New Roman" panose="02020603050405020304" pitchFamily="18" charset="0"/>
                <a:cs typeface="Times New Roman" panose="02020603050405020304" pitchFamily="18" charset="0"/>
              </a:rPr>
              <a:t>Classless </a:t>
            </a:r>
            <a:r>
              <a:rPr lang="en-US" sz="1800" b="0" u="sng" kern="0" baseline="0" dirty="0" err="1">
                <a:latin typeface="Times New Roman" panose="02020603050405020304" pitchFamily="18" charset="0"/>
                <a:cs typeface="Times New Roman" panose="02020603050405020304" pitchFamily="18" charset="0"/>
              </a:rPr>
              <a:t>Interdomain</a:t>
            </a:r>
            <a:r>
              <a:rPr lang="en-US" sz="1800" b="0" u="sng" kern="0" baseline="0" dirty="0">
                <a:latin typeface="Times New Roman" panose="02020603050405020304" pitchFamily="18" charset="0"/>
                <a:cs typeface="Times New Roman" panose="02020603050405020304" pitchFamily="18" charset="0"/>
              </a:rPr>
              <a:t> Routing (CIDR) notation</a:t>
            </a:r>
            <a:r>
              <a:rPr lang="en-US" sz="1800" b="0" kern="0" baseline="0" dirty="0">
                <a:latin typeface="Times New Roman" panose="02020603050405020304" pitchFamily="18" charset="0"/>
                <a:cs typeface="Times New Roman" panose="02020603050405020304" pitchFamily="18" charset="0"/>
              </a:rPr>
              <a:t>.</a:t>
            </a:r>
          </a:p>
          <a:p>
            <a:pPr marL="342900" indent="-342900">
              <a:spcBef>
                <a:spcPct val="20000"/>
              </a:spcBef>
              <a:buClr>
                <a:schemeClr val="folHlink"/>
              </a:buClr>
              <a:buSzPct val="60000"/>
              <a:buFont typeface="Wingdings" pitchFamily="2" charset="2"/>
              <a:buChar char="n"/>
              <a:defRPr/>
            </a:pPr>
            <a:endParaRPr lang="en-US" sz="1800" b="0" kern="0" baseline="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60771075-C44D-964C-99E2-2BBE647C5C91}"/>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20</a:t>
            </a:fld>
            <a:endParaRPr lang="en-US"/>
          </a:p>
        </p:txBody>
      </p:sp>
      <p:sp>
        <p:nvSpPr>
          <p:cNvPr id="2" name="Text Box 4">
            <a:extLst>
              <a:ext uri="{FF2B5EF4-FFF2-40B4-BE49-F238E27FC236}">
                <a16:creationId xmlns:a16="http://schemas.microsoft.com/office/drawing/2014/main" id="{6F789C8A-8BBE-66F4-7CC0-A957C16C6EE3}"/>
              </a:ext>
            </a:extLst>
          </p:cNvPr>
          <p:cNvSpPr txBox="1">
            <a:spLocks noChangeArrowheads="1"/>
          </p:cNvSpPr>
          <p:nvPr/>
        </p:nvSpPr>
        <p:spPr bwMode="auto">
          <a:xfrm>
            <a:off x="2856860" y="5179323"/>
            <a:ext cx="362310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6:  </a:t>
            </a:r>
            <a:r>
              <a:rPr lang="en-US" altLang="en-US" sz="1400" baseline="0" dirty="0">
                <a:latin typeface="Times New Roman" panose="02020603050405020304" pitchFamily="18" charset="0"/>
              </a:rPr>
              <a:t>Default masks for classful addressing</a:t>
            </a:r>
          </a:p>
        </p:txBody>
      </p:sp>
      <p:sp>
        <p:nvSpPr>
          <p:cNvPr id="5" name="Google Shape;106;p2">
            <a:extLst>
              <a:ext uri="{FF2B5EF4-FFF2-40B4-BE49-F238E27FC236}">
                <a16:creationId xmlns:a16="http://schemas.microsoft.com/office/drawing/2014/main" id="{D453231E-44B7-2E2A-14D2-B0AB296644CD}"/>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AE12349-A1BC-6791-CDB9-C3D4CB141709}"/>
              </a:ext>
            </a:extLst>
          </p:cNvPr>
          <p:cNvSpPr txBox="1"/>
          <p:nvPr/>
        </p:nvSpPr>
        <p:spPr>
          <a:xfrm>
            <a:off x="570860" y="430389"/>
            <a:ext cx="4572000" cy="584775"/>
          </a:xfrm>
          <a:prstGeom prst="rect">
            <a:avLst/>
          </a:prstGeom>
          <a:noFill/>
        </p:spPr>
        <p:txBody>
          <a:bodyPr wrap="square">
            <a:spAutoFit/>
          </a:bodyPr>
          <a:lstStyle/>
          <a:p>
            <a:pPr algn="l" fontAlgn="base"/>
            <a:r>
              <a:rPr lang="en-IN" sz="3200" b="1" i="0" dirty="0">
                <a:solidFill>
                  <a:schemeClr val="tx1"/>
                </a:solidFill>
                <a:effectLst/>
                <a:latin typeface="Times New Roman" panose="02020603050405020304" pitchFamily="18" charset="0"/>
                <a:cs typeface="Times New Roman" panose="02020603050405020304" pitchFamily="18" charset="0"/>
              </a:rPr>
              <a:t>Network Masks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C204-96DD-4ECA-417E-3ECAF7CCF5B6}"/>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30AE681-60AF-8330-4B8F-29A27B5E5E5D}"/>
              </a:ext>
            </a:extLst>
          </p:cNvPr>
          <p:cNvSpPr txBox="1">
            <a:spLocks/>
          </p:cNvSpPr>
          <p:nvPr/>
        </p:nvSpPr>
        <p:spPr>
          <a:xfrm>
            <a:off x="591312" y="2678566"/>
            <a:ext cx="8229600" cy="3124200"/>
          </a:xfrm>
          <a:prstGeom prst="rect">
            <a:avLst/>
          </a:prstGeom>
        </p:spPr>
        <p:txBody>
          <a:bodyPr/>
          <a:lstStyle/>
          <a:p>
            <a:pPr marL="342900" indent="-342900">
              <a:spcBef>
                <a:spcPct val="20000"/>
              </a:spcBef>
              <a:buClr>
                <a:schemeClr val="folHlink"/>
              </a:buClr>
              <a:buSzPct val="60000"/>
              <a:buFont typeface="Wingdings" pitchFamily="2" charset="2"/>
              <a:buNone/>
              <a:defRPr/>
            </a:pPr>
            <a:endParaRPr lang="en-US" sz="1800" b="0" kern="0" baseline="0" dirty="0">
              <a:latin typeface="Times New Roman" panose="02020603050405020304" pitchFamily="18" charset="0"/>
              <a:cs typeface="Times New Roman" panose="02020603050405020304" pitchFamily="18" charset="0"/>
            </a:endParaRPr>
          </a:p>
          <a:p>
            <a:pPr marL="342900" indent="-342900">
              <a:spcBef>
                <a:spcPct val="20000"/>
              </a:spcBef>
              <a:buClr>
                <a:schemeClr val="folHlink"/>
              </a:buClr>
              <a:buSzPct val="60000"/>
              <a:buFont typeface="Wingdings" pitchFamily="2" charset="2"/>
              <a:buChar char="n"/>
              <a:defRPr/>
            </a:pPr>
            <a:endParaRPr lang="en-US" sz="1800" b="0" kern="0" baseline="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E8F42315-193E-A7AB-92AB-C2C2B70816F3}"/>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21</a:t>
            </a:fld>
            <a:endParaRPr lang="en-US"/>
          </a:p>
        </p:txBody>
      </p:sp>
      <p:sp>
        <p:nvSpPr>
          <p:cNvPr id="7" name="TextBox 6">
            <a:extLst>
              <a:ext uri="{FF2B5EF4-FFF2-40B4-BE49-F238E27FC236}">
                <a16:creationId xmlns:a16="http://schemas.microsoft.com/office/drawing/2014/main" id="{CE691785-2BFE-CB48-C3CD-EF8069BB0D10}"/>
              </a:ext>
            </a:extLst>
          </p:cNvPr>
          <p:cNvSpPr txBox="1"/>
          <p:nvPr/>
        </p:nvSpPr>
        <p:spPr>
          <a:xfrm>
            <a:off x="249936" y="151204"/>
            <a:ext cx="4572000" cy="584775"/>
          </a:xfrm>
          <a:prstGeom prst="rect">
            <a:avLst/>
          </a:prstGeom>
          <a:noFill/>
        </p:spPr>
        <p:txBody>
          <a:bodyPr wrap="square">
            <a:spAutoFit/>
          </a:bodyPr>
          <a:lstStyle/>
          <a:p>
            <a:pPr algn="l" fontAlgn="base"/>
            <a:r>
              <a:rPr lang="en-IN" sz="3200" b="1" i="0" dirty="0">
                <a:solidFill>
                  <a:schemeClr val="tx1"/>
                </a:solidFill>
                <a:effectLst/>
                <a:latin typeface="Times New Roman" panose="02020603050405020304" pitchFamily="18" charset="0"/>
                <a:cs typeface="Times New Roman" panose="02020603050405020304" pitchFamily="18" charset="0"/>
              </a:rPr>
              <a:t>Network Masks (Contd</a:t>
            </a:r>
            <a:r>
              <a:rPr lang="en-IN" sz="3200" b="1" dirty="0">
                <a:solidFill>
                  <a:schemeClr val="tx1"/>
                </a:solidFill>
                <a:latin typeface="Times New Roman" panose="02020603050405020304" pitchFamily="18" charset="0"/>
                <a:cs typeface="Times New Roman" panose="02020603050405020304" pitchFamily="18" charset="0"/>
              </a:rPr>
              <a:t>.)</a:t>
            </a:r>
            <a:endParaRPr lang="en-IN" sz="3200" b="1" i="0" dirty="0">
              <a:solidFill>
                <a:schemeClr val="tx1"/>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B80CA86-5AC3-6BF4-7B9B-FA31B68DEFBA}"/>
              </a:ext>
            </a:extLst>
          </p:cNvPr>
          <p:cNvSpPr txBox="1"/>
          <p:nvPr/>
        </p:nvSpPr>
        <p:spPr>
          <a:xfrm>
            <a:off x="323088" y="823510"/>
            <a:ext cx="8333895" cy="5324535"/>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An IP address on a Class A network that has not been </a:t>
            </a:r>
            <a:r>
              <a:rPr kumimoji="0" lang="en-US" altLang="en-US" sz="1700" b="0" i="0" u="none" strike="noStrike" cap="none" normalizeH="0" baseline="0" dirty="0" err="1">
                <a:ln>
                  <a:noFill/>
                </a:ln>
                <a:effectLst/>
                <a:latin typeface="Times New Roman" panose="02020603050405020304" pitchFamily="18" charset="0"/>
                <a:cs typeface="Times New Roman" panose="02020603050405020304" pitchFamily="18" charset="0"/>
              </a:rPr>
              <a:t>subnetted</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 would have an address/mask pair similar to: 10.20.15.1 </a:t>
            </a: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255.0.0.0.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In order to see how the mask helps you identify the network and node parts of the address, convert the address and mask to binary numbers.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10.20.15.1 = 00001010.00010100.00001111.00000001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255.0.0.0   = 11111111.00000000.00000000.00000000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Once you have the address and the mask represented in binary, then identification of the network and host ID is easier. Any address bits which have corresponding mask bits set to 1 represent the network ID. Any address bits that have corresponding mask bits set to 0 represent the node 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10.20.15.1 = 00001010.00010100.00001111.00000001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255.0.0.0   = 11111111.00000000.00000000.00000000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 net id  | 	      host id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effectLst/>
                <a:latin typeface="Times New Roman" panose="02020603050405020304" pitchFamily="18" charset="0"/>
                <a:cs typeface="Times New Roman" panose="02020603050405020304" pitchFamily="18" charset="0"/>
              </a:rPr>
              <a:t>netid</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 = 00001010 =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effectLst/>
                <a:latin typeface="Times New Roman" panose="02020603050405020304" pitchFamily="18" charset="0"/>
                <a:cs typeface="Times New Roman" panose="02020603050405020304" pitchFamily="18" charset="0"/>
              </a:rPr>
              <a:t>hostid</a:t>
            </a: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 = 00010100.00001111.00000001 = 20.15.1 </a:t>
            </a:r>
          </a:p>
        </p:txBody>
      </p:sp>
    </p:spTree>
    <p:extLst>
      <p:ext uri="{BB962C8B-B14F-4D97-AF65-F5344CB8AC3E}">
        <p14:creationId xmlns:p14="http://schemas.microsoft.com/office/powerpoint/2010/main" val="2876849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67" y="622066"/>
            <a:ext cx="5486040" cy="914040"/>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Rules for assigning Host ID:</a:t>
            </a:r>
          </a:p>
        </p:txBody>
      </p:sp>
      <p:sp>
        <p:nvSpPr>
          <p:cNvPr id="3" name="Content Placeholder 2"/>
          <p:cNvSpPr>
            <a:spLocks noGrp="1"/>
          </p:cNvSpPr>
          <p:nvPr>
            <p:ph idx="1"/>
          </p:nvPr>
        </p:nvSpPr>
        <p:spPr>
          <a:xfrm>
            <a:off x="536893" y="2266858"/>
            <a:ext cx="8229240" cy="2807221"/>
          </a:xfrm>
        </p:spPr>
        <p:txBody>
          <a:bodyPr>
            <a:normAutofit/>
          </a:bodyPr>
          <a:lstStyle/>
          <a:p>
            <a:pPr marL="114300" indent="0" algn="just">
              <a:buNone/>
            </a:pPr>
            <a:r>
              <a:rPr lang="en-IN" sz="1800" dirty="0">
                <a:latin typeface="Times New Roman" panose="02020603050405020304" pitchFamily="18" charset="0"/>
                <a:cs typeface="Times New Roman" panose="02020603050405020304" pitchFamily="18" charset="0"/>
              </a:rPr>
              <a:t>The Host ID is used to determine the host within any network. The Host ID is assigned based on the following rules:</a:t>
            </a:r>
          </a:p>
          <a:p>
            <a:pPr algn="just"/>
            <a:r>
              <a:rPr lang="en-IN" sz="1800" dirty="0">
                <a:latin typeface="Times New Roman" panose="02020603050405020304" pitchFamily="18" charset="0"/>
                <a:cs typeface="Times New Roman" panose="02020603050405020304" pitchFamily="18" charset="0"/>
              </a:rPr>
              <a:t>The Host ID must be unique within any network.</a:t>
            </a:r>
          </a:p>
          <a:p>
            <a:pPr algn="just"/>
            <a:r>
              <a:rPr lang="en-IN" sz="1800" dirty="0">
                <a:latin typeface="Times New Roman" panose="02020603050405020304" pitchFamily="18" charset="0"/>
                <a:cs typeface="Times New Roman" panose="02020603050405020304" pitchFamily="18" charset="0"/>
              </a:rPr>
              <a:t>The Host ID in which all the bits are set to 0 cannot be assigned as it is used to represent the network ID of the IP address.</a:t>
            </a:r>
          </a:p>
          <a:p>
            <a:pPr algn="just"/>
            <a:r>
              <a:rPr lang="en-IN" sz="1800" dirty="0">
                <a:latin typeface="Times New Roman" panose="02020603050405020304" pitchFamily="18" charset="0"/>
                <a:cs typeface="Times New Roman" panose="02020603050405020304" pitchFamily="18" charset="0"/>
              </a:rPr>
              <a:t>The Host ID in which all the bits are set to 1 cannot be assigned as it is reserved for the multicast address.</a:t>
            </a:r>
          </a:p>
        </p:txBody>
      </p:sp>
      <p:sp>
        <p:nvSpPr>
          <p:cNvPr id="6" name="Slide Number Placeholder 3">
            <a:extLst>
              <a:ext uri="{FF2B5EF4-FFF2-40B4-BE49-F238E27FC236}">
                <a16:creationId xmlns:a16="http://schemas.microsoft.com/office/drawing/2014/main" id="{FF7FE3E4-B2E4-9A77-9FD7-403C8251ABDB}"/>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343" y="805070"/>
            <a:ext cx="5759777" cy="914040"/>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Rules for assigning Network ID:</a:t>
            </a:r>
          </a:p>
        </p:txBody>
      </p:sp>
      <p:sp>
        <p:nvSpPr>
          <p:cNvPr id="3" name="Content Placeholder 2"/>
          <p:cNvSpPr>
            <a:spLocks noGrp="1"/>
          </p:cNvSpPr>
          <p:nvPr>
            <p:ph idx="1"/>
          </p:nvPr>
        </p:nvSpPr>
        <p:spPr/>
        <p:txBody>
          <a:bodyPr>
            <a:normAutofit/>
          </a:bodyPr>
          <a:lstStyle/>
          <a:p>
            <a:pPr marL="114300" indent="0" algn="just">
              <a:buNone/>
            </a:pPr>
            <a:r>
              <a:rPr lang="en-IN" sz="1800" dirty="0">
                <a:latin typeface="Times New Roman" panose="02020603050405020304" pitchFamily="18" charset="0"/>
                <a:cs typeface="Times New Roman" panose="02020603050405020304" pitchFamily="18" charset="0"/>
              </a:rPr>
              <a:t>If the hosts are located within the same local network, then they are assigned with the same network ID. The following are the rules for assigning Network ID:</a:t>
            </a:r>
          </a:p>
          <a:p>
            <a:pPr algn="just"/>
            <a:r>
              <a:rPr lang="en-IN" sz="1800" dirty="0">
                <a:latin typeface="Times New Roman" panose="02020603050405020304" pitchFamily="18" charset="0"/>
                <a:cs typeface="Times New Roman" panose="02020603050405020304" pitchFamily="18" charset="0"/>
              </a:rPr>
              <a:t>The network ID cannot start with 127 as 127 is used by Class A.</a:t>
            </a:r>
          </a:p>
          <a:p>
            <a:pPr algn="just"/>
            <a:r>
              <a:rPr lang="en-IN" sz="1800" dirty="0">
                <a:latin typeface="Times New Roman" panose="02020603050405020304" pitchFamily="18" charset="0"/>
                <a:cs typeface="Times New Roman" panose="02020603050405020304" pitchFamily="18" charset="0"/>
              </a:rPr>
              <a:t>The Network ID in which all the bits are set to 0 cannot be assigned as it is used to specify a particular host on the local network.</a:t>
            </a:r>
          </a:p>
          <a:p>
            <a:pPr algn="just"/>
            <a:r>
              <a:rPr lang="en-IN" sz="1800" dirty="0">
                <a:latin typeface="Times New Roman" panose="02020603050405020304" pitchFamily="18" charset="0"/>
                <a:cs typeface="Times New Roman" panose="02020603050405020304" pitchFamily="18" charset="0"/>
              </a:rPr>
              <a:t>The Network ID in which all the bits are set to 1 cannot be assigned as it is reserved for the multicast address.</a:t>
            </a:r>
          </a:p>
          <a:p>
            <a:pPr algn="just"/>
            <a:endParaRPr lang="en-IN" sz="1800" dirty="0">
              <a:latin typeface="Times New Roman" panose="02020603050405020304" pitchFamily="18" charset="0"/>
              <a:cs typeface="Times New Roman" panose="02020603050405020304" pitchFamily="18" charset="0"/>
            </a:endParaRPr>
          </a:p>
        </p:txBody>
      </p:sp>
      <p:sp>
        <p:nvSpPr>
          <p:cNvPr id="6" name="Slide Number Placeholder 3">
            <a:extLst>
              <a:ext uri="{FF2B5EF4-FFF2-40B4-BE49-F238E27FC236}">
                <a16:creationId xmlns:a16="http://schemas.microsoft.com/office/drawing/2014/main" id="{A4EB2516-9C10-F424-F541-20A3FC110F9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61A9D5-A362-6EC7-1B0B-2D36742B3BB1}"/>
              </a:ext>
            </a:extLst>
          </p:cNvPr>
          <p:cNvPicPr>
            <a:picLocks noChangeAspect="1"/>
          </p:cNvPicPr>
          <p:nvPr/>
        </p:nvPicPr>
        <p:blipFill>
          <a:blip r:embed="rId2"/>
          <a:stretch>
            <a:fillRect/>
          </a:stretch>
        </p:blipFill>
        <p:spPr>
          <a:xfrm>
            <a:off x="0" y="363381"/>
            <a:ext cx="9144000" cy="6131237"/>
          </a:xfrm>
          <a:prstGeom prst="rect">
            <a:avLst/>
          </a:prstGeom>
        </p:spPr>
      </p:pic>
    </p:spTree>
    <p:extLst>
      <p:ext uri="{BB962C8B-B14F-4D97-AF65-F5344CB8AC3E}">
        <p14:creationId xmlns:p14="http://schemas.microsoft.com/office/powerpoint/2010/main" val="362256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4">
            <a:extLst>
              <a:ext uri="{FF2B5EF4-FFF2-40B4-BE49-F238E27FC236}">
                <a16:creationId xmlns:a16="http://schemas.microsoft.com/office/drawing/2014/main" id="{01B3DC31-0586-E083-A4C1-31F97FDDF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87" y="2443025"/>
            <a:ext cx="8026400"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139CBDA6-146B-F2C5-4CBB-FBACC28D1C5A}"/>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25</a:t>
            </a:fld>
            <a:endParaRPr lang="en-US"/>
          </a:p>
        </p:txBody>
      </p:sp>
      <p:sp>
        <p:nvSpPr>
          <p:cNvPr id="2" name="Text Box 4">
            <a:extLst>
              <a:ext uri="{FF2B5EF4-FFF2-40B4-BE49-F238E27FC236}">
                <a16:creationId xmlns:a16="http://schemas.microsoft.com/office/drawing/2014/main" id="{30F0AF39-599A-796C-8D32-D534AC018C21}"/>
              </a:ext>
            </a:extLst>
          </p:cNvPr>
          <p:cNvSpPr txBox="1">
            <a:spLocks noChangeArrowheads="1"/>
          </p:cNvSpPr>
          <p:nvPr/>
        </p:nvSpPr>
        <p:spPr bwMode="auto">
          <a:xfrm>
            <a:off x="2187556" y="4904826"/>
            <a:ext cx="52742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7:  </a:t>
            </a:r>
            <a:r>
              <a:rPr lang="en-US" altLang="en-US" sz="1400" b="0" baseline="0" dirty="0">
                <a:latin typeface="Times New Roman" panose="02020603050405020304" pitchFamily="18" charset="0"/>
              </a:rPr>
              <a:t>Number of blocks and block size in classful IPv4 addressing</a:t>
            </a:r>
          </a:p>
        </p:txBody>
      </p:sp>
      <p:sp>
        <p:nvSpPr>
          <p:cNvPr id="4" name="Title 1">
            <a:extLst>
              <a:ext uri="{FF2B5EF4-FFF2-40B4-BE49-F238E27FC236}">
                <a16:creationId xmlns:a16="http://schemas.microsoft.com/office/drawing/2014/main" id="{5F38AFA5-2E63-BF89-03EF-064F27DBD41F}"/>
              </a:ext>
            </a:extLst>
          </p:cNvPr>
          <p:cNvSpPr txBox="1">
            <a:spLocks/>
          </p:cNvSpPr>
          <p:nvPr/>
        </p:nvSpPr>
        <p:spPr>
          <a:xfrm>
            <a:off x="0" y="731357"/>
            <a:ext cx="5486040" cy="91404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Classful Addressing Chart</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102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5315684"/>
              </p:ext>
            </p:extLst>
          </p:nvPr>
        </p:nvGraphicFramePr>
        <p:xfrm>
          <a:off x="627805" y="1259104"/>
          <a:ext cx="8191184" cy="4766578"/>
        </p:xfrm>
        <a:graphic>
          <a:graphicData uri="http://schemas.openxmlformats.org/drawingml/2006/table">
            <a:tbl>
              <a:tblPr firstRow="1" bandRow="1">
                <a:tableStyleId>{5C22544A-7EE6-4342-B048-85BDC9FD1C3A}</a:tableStyleId>
              </a:tblPr>
              <a:tblGrid>
                <a:gridCol w="715966">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58092">
                  <a:extLst>
                    <a:ext uri="{9D8B030D-6E8A-4147-A177-3AD203B41FA5}">
                      <a16:colId xmlns:a16="http://schemas.microsoft.com/office/drawing/2014/main" val="20002"/>
                    </a:ext>
                  </a:extLst>
                </a:gridCol>
                <a:gridCol w="1067888">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41174">
                  <a:extLst>
                    <a:ext uri="{9D8B030D-6E8A-4147-A177-3AD203B41FA5}">
                      <a16:colId xmlns:a16="http://schemas.microsoft.com/office/drawing/2014/main" val="20005"/>
                    </a:ext>
                  </a:extLst>
                </a:gridCol>
                <a:gridCol w="1782084">
                  <a:extLst>
                    <a:ext uri="{9D8B030D-6E8A-4147-A177-3AD203B41FA5}">
                      <a16:colId xmlns:a16="http://schemas.microsoft.com/office/drawing/2014/main" val="20006"/>
                    </a:ext>
                  </a:extLst>
                </a:gridCol>
              </a:tblGrid>
              <a:tr h="875988">
                <a:tc>
                  <a:txBody>
                    <a:bodyPr/>
                    <a:lstStyle/>
                    <a:p>
                      <a:r>
                        <a:rPr lang="en-IN" sz="1800" dirty="0">
                          <a:latin typeface="Times New Roman" panose="02020603050405020304" pitchFamily="18" charset="0"/>
                          <a:cs typeface="Times New Roman" panose="02020603050405020304" pitchFamily="18" charset="0"/>
                        </a:rPr>
                        <a:t>Class</a:t>
                      </a: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Higher bits</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NET ID bits</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HOST ID bits</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No. of networks</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No. of hosts per network</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800" b="1" i="0" kern="1200" dirty="0">
                          <a:solidFill>
                            <a:schemeClr val="lt1"/>
                          </a:solidFill>
                          <a:latin typeface="Times New Roman" panose="02020603050405020304" pitchFamily="18" charset="0"/>
                          <a:ea typeface="+mn-ea"/>
                          <a:cs typeface="Times New Roman" panose="02020603050405020304" pitchFamily="18" charset="0"/>
                        </a:rPr>
                        <a:t>Range</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0"/>
                  </a:ext>
                </a:extLst>
              </a:tr>
              <a:tr h="745145">
                <a:tc>
                  <a:txBody>
                    <a:bodyPr/>
                    <a:lstStyle/>
                    <a:p>
                      <a:pPr algn="ctr"/>
                      <a:r>
                        <a:rPr lang="en-IN" sz="1800" dirty="0">
                          <a:latin typeface="Times New Roman" panose="02020603050405020304" pitchFamily="18" charset="0"/>
                          <a:cs typeface="Times New Roman" panose="02020603050405020304" pitchFamily="18" charset="0"/>
                        </a:rPr>
                        <a:t>A</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0</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8</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24</a:t>
                      </a: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24</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0.0.0.0 to 127.255.255.255</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1"/>
                  </a:ext>
                </a:extLst>
              </a:tr>
              <a:tr h="745145">
                <a:tc>
                  <a:txBody>
                    <a:bodyPr/>
                    <a:lstStyle/>
                    <a:p>
                      <a:pPr algn="ctr"/>
                      <a:r>
                        <a:rPr lang="en-IN" sz="1800" dirty="0">
                          <a:latin typeface="Times New Roman" panose="02020603050405020304" pitchFamily="18" charset="0"/>
                          <a:cs typeface="Times New Roman" panose="02020603050405020304" pitchFamily="18" charset="0"/>
                        </a:rPr>
                        <a:t>B</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10</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16</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16</a:t>
                      </a: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14</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16</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128.0.0.0 to 191.255.255.255</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2"/>
                  </a:ext>
                </a:extLst>
              </a:tr>
              <a:tr h="525593">
                <a:tc>
                  <a:txBody>
                    <a:bodyPr/>
                    <a:lstStyle/>
                    <a:p>
                      <a:pPr algn="ctr"/>
                      <a:r>
                        <a:rPr lang="en-IN" sz="1800" dirty="0">
                          <a:latin typeface="Times New Roman" panose="02020603050405020304" pitchFamily="18" charset="0"/>
                          <a:cs typeface="Times New Roman" panose="02020603050405020304" pitchFamily="18" charset="0"/>
                        </a:rPr>
                        <a:t>C</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110</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24</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8</a:t>
                      </a: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21</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a:t>
                      </a:r>
                      <a:r>
                        <a:rPr lang="en-IN" sz="1800" b="0" i="0" kern="1200" baseline="30000" dirty="0">
                          <a:solidFill>
                            <a:schemeClr val="dk1"/>
                          </a:solidFill>
                          <a:latin typeface="Times New Roman" panose="02020603050405020304" pitchFamily="18" charset="0"/>
                          <a:ea typeface="+mn-ea"/>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192.0.0.0 to 223.255.255.255</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3"/>
                  </a:ext>
                </a:extLst>
              </a:tr>
              <a:tr h="875988">
                <a:tc>
                  <a:txBody>
                    <a:bodyPr/>
                    <a:lstStyle/>
                    <a:p>
                      <a:pPr algn="ctr"/>
                      <a:r>
                        <a:rPr lang="en-IN" sz="1800" dirty="0">
                          <a:latin typeface="Times New Roman" panose="02020603050405020304" pitchFamily="18" charset="0"/>
                          <a:cs typeface="Times New Roman" panose="02020603050405020304" pitchFamily="18" charset="0"/>
                        </a:rPr>
                        <a:t>D</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1110</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Not defined</a:t>
                      </a: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Not defined</a:t>
                      </a:r>
                    </a:p>
                    <a:p>
                      <a:pPr algn="ct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Not defined</a:t>
                      </a:r>
                    </a:p>
                    <a:p>
                      <a:pPr algn="ct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Not defined</a:t>
                      </a:r>
                    </a:p>
                    <a:p>
                      <a:pPr algn="ct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224.0.0.0 to 239.255.255.255</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r h="875988">
                <a:tc>
                  <a:txBody>
                    <a:bodyPr/>
                    <a:lstStyle/>
                    <a:p>
                      <a:pPr algn="ctr"/>
                      <a:r>
                        <a:rPr lang="en-IN" sz="1800" dirty="0">
                          <a:latin typeface="Times New Roman" panose="02020603050405020304" pitchFamily="18" charset="0"/>
                          <a:cs typeface="Times New Roman" panose="02020603050405020304" pitchFamily="18" charset="0"/>
                        </a:rPr>
                        <a:t>E</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1111</a:t>
                      </a: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Not defined</a:t>
                      </a: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Not defined</a:t>
                      </a:r>
                    </a:p>
                    <a:p>
                      <a:pPr algn="ct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Not defined</a:t>
                      </a:r>
                    </a:p>
                    <a:p>
                      <a:pPr algn="ctr"/>
                      <a:endParaRPr lang="en-IN"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IN" sz="1800" dirty="0">
                          <a:latin typeface="Times New Roman" panose="02020603050405020304" pitchFamily="18" charset="0"/>
                          <a:cs typeface="Times New Roman" panose="02020603050405020304" pitchFamily="18" charset="0"/>
                        </a:rPr>
                        <a:t>Not defined</a:t>
                      </a:r>
                    </a:p>
                  </a:txBody>
                  <a:tcPr marL="68580" marR="68580" marT="34290" marB="34290"/>
                </a:tc>
                <a:tc>
                  <a:txBody>
                    <a:bodyPr/>
                    <a:lstStyle/>
                    <a:p>
                      <a:pPr algn="ctr"/>
                      <a:r>
                        <a:rPr lang="en-IN" sz="1800" b="0" i="0" kern="1200" dirty="0">
                          <a:solidFill>
                            <a:schemeClr val="dk1"/>
                          </a:solidFill>
                          <a:latin typeface="Times New Roman" panose="02020603050405020304" pitchFamily="18" charset="0"/>
                          <a:ea typeface="+mn-ea"/>
                          <a:cs typeface="Times New Roman" panose="02020603050405020304" pitchFamily="18" charset="0"/>
                        </a:rPr>
                        <a:t>240.0.0.0 to 255.255.255.255</a:t>
                      </a:r>
                      <a:endParaRPr lang="en-IN" sz="18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5"/>
                  </a:ext>
                </a:extLst>
              </a:tr>
            </a:tbl>
          </a:graphicData>
        </a:graphic>
      </p:graphicFrame>
      <p:sp>
        <p:nvSpPr>
          <p:cNvPr id="3" name="Slide Number Placeholder 3">
            <a:extLst>
              <a:ext uri="{FF2B5EF4-FFF2-40B4-BE49-F238E27FC236}">
                <a16:creationId xmlns:a16="http://schemas.microsoft.com/office/drawing/2014/main" id="{24A6A472-1215-C58A-D0B5-7B4EAB5C4B56}"/>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26</a:t>
            </a:fld>
            <a:endParaRPr lang="en-US"/>
          </a:p>
        </p:txBody>
      </p:sp>
      <p:sp>
        <p:nvSpPr>
          <p:cNvPr id="4" name="Title 1">
            <a:extLst>
              <a:ext uri="{FF2B5EF4-FFF2-40B4-BE49-F238E27FC236}">
                <a16:creationId xmlns:a16="http://schemas.microsoft.com/office/drawing/2014/main" id="{64965239-B1BA-8ADA-F17D-206C9C36FA07}"/>
              </a:ext>
            </a:extLst>
          </p:cNvPr>
          <p:cNvSpPr txBox="1">
            <a:spLocks/>
          </p:cNvSpPr>
          <p:nvPr/>
        </p:nvSpPr>
        <p:spPr>
          <a:xfrm>
            <a:off x="109330" y="345064"/>
            <a:ext cx="5486040" cy="91404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Classful Addressing Chart</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a:extLst>
              <a:ext uri="{FF2B5EF4-FFF2-40B4-BE49-F238E27FC236}">
                <a16:creationId xmlns:a16="http://schemas.microsoft.com/office/drawing/2014/main" id="{FF0AE996-4497-E8DE-7605-1E268D6BF638}"/>
              </a:ext>
            </a:extLst>
          </p:cNvPr>
          <p:cNvSpPr>
            <a:spLocks noChangeArrowheads="1"/>
          </p:cNvSpPr>
          <p:nvPr/>
        </p:nvSpPr>
        <p:spPr bwMode="auto">
          <a:xfrm>
            <a:off x="228600" y="1143000"/>
            <a:ext cx="8686800" cy="28623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0" baseline="0" dirty="0">
                <a:latin typeface="Times New Roman" panose="02020603050405020304" pitchFamily="18" charset="0"/>
              </a:rPr>
              <a:t>Classless Addressing is one of the IP(Internet Protocol) address classifications. IP addresses are unique and universal. No two hosts will simultaneously have the same IP address in the world. The most common use of the classless addressing system Or Classless interdomain routing (CIDR) for actually addressing is to combine two or more class C networks to create a /23 or /22 </a:t>
            </a:r>
            <a:r>
              <a:rPr lang="en-US" altLang="en-US" sz="1800" b="0" baseline="0" dirty="0" err="1">
                <a:latin typeface="Times New Roman" panose="02020603050405020304" pitchFamily="18" charset="0"/>
              </a:rPr>
              <a:t>Supernet</a:t>
            </a:r>
            <a:r>
              <a:rPr lang="en-US" altLang="en-US" sz="1800" b="0" baseline="0" dirty="0">
                <a:latin typeface="Times New Roman" panose="02020603050405020304" pitchFamily="18" charset="0"/>
              </a:rPr>
              <a:t>.</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To overcome address depletion and give Internet access to  more organizations, classless addressing was designed and implemented. </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In this scheme, there are no classes but the addresses are still granted in blocks.</a:t>
            </a:r>
            <a:r>
              <a:rPr lang="en-US" altLang="en-US" sz="1800" i="1" baseline="0" dirty="0">
                <a:latin typeface="Times New Roman" panose="02020603050405020304" pitchFamily="18" charset="0"/>
              </a:rPr>
              <a:t> </a:t>
            </a:r>
          </a:p>
        </p:txBody>
      </p:sp>
      <p:sp>
        <p:nvSpPr>
          <p:cNvPr id="20483" name="Text Box 10">
            <a:extLst>
              <a:ext uri="{FF2B5EF4-FFF2-40B4-BE49-F238E27FC236}">
                <a16:creationId xmlns:a16="http://schemas.microsoft.com/office/drawing/2014/main" id="{09E00FD0-7C34-E5D8-20D8-901E4231D9FD}"/>
              </a:ext>
            </a:extLst>
          </p:cNvPr>
          <p:cNvSpPr txBox="1">
            <a:spLocks noChangeArrowheads="1"/>
          </p:cNvSpPr>
          <p:nvPr/>
        </p:nvSpPr>
        <p:spPr bwMode="auto">
          <a:xfrm>
            <a:off x="95858" y="126390"/>
            <a:ext cx="38250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Classless Addressing</a:t>
            </a:r>
          </a:p>
        </p:txBody>
      </p:sp>
      <p:sp>
        <p:nvSpPr>
          <p:cNvPr id="3" name="Slide Number Placeholder 3">
            <a:extLst>
              <a:ext uri="{FF2B5EF4-FFF2-40B4-BE49-F238E27FC236}">
                <a16:creationId xmlns:a16="http://schemas.microsoft.com/office/drawing/2014/main" id="{D9F9C254-E573-2F31-84CD-74977FE914DA}"/>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27</a:t>
            </a:fld>
            <a:endParaRPr lang="en-US"/>
          </a:p>
        </p:txBody>
      </p:sp>
      <p:sp>
        <p:nvSpPr>
          <p:cNvPr id="5" name="TextBox 4">
            <a:extLst>
              <a:ext uri="{FF2B5EF4-FFF2-40B4-BE49-F238E27FC236}">
                <a16:creationId xmlns:a16="http://schemas.microsoft.com/office/drawing/2014/main" id="{690F7D1C-6448-55C3-32BD-3270BFB157AA}"/>
              </a:ext>
            </a:extLst>
          </p:cNvPr>
          <p:cNvSpPr txBox="1"/>
          <p:nvPr/>
        </p:nvSpPr>
        <p:spPr>
          <a:xfrm>
            <a:off x="228600" y="4161040"/>
            <a:ext cx="8462914" cy="1785104"/>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Number of Addresses in a Block</a:t>
            </a:r>
          </a:p>
          <a:p>
            <a:pPr algn="just"/>
            <a:r>
              <a:rPr lang="en-IN" sz="1800" dirty="0">
                <a:latin typeface="Times New Roman" panose="02020603050405020304" pitchFamily="18" charset="0"/>
                <a:cs typeface="Times New Roman" panose="02020603050405020304" pitchFamily="18" charset="0"/>
              </a:rPr>
              <a:t>There is only one condition on the number of addresses in a block; it must be a power of 2 (2, 4, 8, ...).</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household may be given a block of 2 addresses.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small business may be given 16 addresses.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large organization may be given 1024 addresses.</a:t>
            </a:r>
          </a:p>
        </p:txBody>
      </p:sp>
    </p:spTree>
    <p:extLst>
      <p:ext uri="{BB962C8B-B14F-4D97-AF65-F5344CB8AC3E}">
        <p14:creationId xmlns:p14="http://schemas.microsoft.com/office/powerpoint/2010/main" val="1847134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1B58-684C-C0E1-2406-97DEE6F0DA8F}"/>
            </a:ext>
          </a:extLst>
        </p:cNvPr>
        <p:cNvGrpSpPr/>
        <p:nvPr/>
      </p:nvGrpSpPr>
      <p:grpSpPr>
        <a:xfrm>
          <a:off x="0" y="0"/>
          <a:ext cx="0" cy="0"/>
          <a:chOff x="0" y="0"/>
          <a:chExt cx="0" cy="0"/>
        </a:xfrm>
      </p:grpSpPr>
      <p:sp>
        <p:nvSpPr>
          <p:cNvPr id="20483" name="Text Box 10">
            <a:extLst>
              <a:ext uri="{FF2B5EF4-FFF2-40B4-BE49-F238E27FC236}">
                <a16:creationId xmlns:a16="http://schemas.microsoft.com/office/drawing/2014/main" id="{188E2877-0B22-ED9D-1127-6BDA6ACBF4A4}"/>
              </a:ext>
            </a:extLst>
          </p:cNvPr>
          <p:cNvSpPr txBox="1">
            <a:spLocks noChangeArrowheads="1"/>
          </p:cNvSpPr>
          <p:nvPr/>
        </p:nvSpPr>
        <p:spPr bwMode="auto">
          <a:xfrm>
            <a:off x="417135" y="742217"/>
            <a:ext cx="53960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Classless Addressing (Contd.)</a:t>
            </a:r>
          </a:p>
        </p:txBody>
      </p:sp>
      <p:sp>
        <p:nvSpPr>
          <p:cNvPr id="3" name="Slide Number Placeholder 3">
            <a:extLst>
              <a:ext uri="{FF2B5EF4-FFF2-40B4-BE49-F238E27FC236}">
                <a16:creationId xmlns:a16="http://schemas.microsoft.com/office/drawing/2014/main" id="{39E9A257-30DB-274C-C6D9-77A3FB9CF17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28</a:t>
            </a:fld>
            <a:endParaRPr lang="en-US"/>
          </a:p>
        </p:txBody>
      </p:sp>
      <p:sp>
        <p:nvSpPr>
          <p:cNvPr id="2" name="Google Shape;106;p2">
            <a:extLst>
              <a:ext uri="{FF2B5EF4-FFF2-40B4-BE49-F238E27FC236}">
                <a16:creationId xmlns:a16="http://schemas.microsoft.com/office/drawing/2014/main" id="{CB139F81-9DE0-0F61-078D-9F7ECC383A92}"/>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2AB634A3-3914-395C-EF16-A34C5248A7E8}"/>
              </a:ext>
            </a:extLst>
          </p:cNvPr>
          <p:cNvSpPr txBox="1"/>
          <p:nvPr/>
        </p:nvSpPr>
        <p:spPr>
          <a:xfrm>
            <a:off x="417135" y="1332282"/>
            <a:ext cx="8462914" cy="2646878"/>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Beginning Address</a:t>
            </a:r>
          </a:p>
          <a:p>
            <a:pPr algn="just"/>
            <a:endParaRPr lang="en-IN" sz="20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beginning address must be evenly divisible by the number of addresses.</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For example, if a block contains 4 addresses, the beginning address must be divisible by 4.</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the block has less than 256 addresses, we need to check only the rightmost byte.</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it has less than 65,536 addresses, we need to check only the two rightmost bytes, and so 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79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
            <a:extLst>
              <a:ext uri="{FF2B5EF4-FFF2-40B4-BE49-F238E27FC236}">
                <a16:creationId xmlns:a16="http://schemas.microsoft.com/office/drawing/2014/main" id="{ADE4EB49-D6A7-EB70-FA4B-8EF6CA9711F4}"/>
              </a:ext>
            </a:extLst>
          </p:cNvPr>
          <p:cNvSpPr txBox="1">
            <a:spLocks noChangeArrowheads="1"/>
          </p:cNvSpPr>
          <p:nvPr/>
        </p:nvSpPr>
        <p:spPr bwMode="auto">
          <a:xfrm>
            <a:off x="95858" y="126390"/>
            <a:ext cx="1895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Examples</a:t>
            </a:r>
          </a:p>
        </p:txBody>
      </p:sp>
      <p:sp>
        <p:nvSpPr>
          <p:cNvPr id="4" name="TextBox 3">
            <a:extLst>
              <a:ext uri="{FF2B5EF4-FFF2-40B4-BE49-F238E27FC236}">
                <a16:creationId xmlns:a16="http://schemas.microsoft.com/office/drawing/2014/main" id="{97B22C3B-D32B-FF3A-16F2-73340D16BFC0}"/>
              </a:ext>
            </a:extLst>
          </p:cNvPr>
          <p:cNvSpPr txBox="1"/>
          <p:nvPr/>
        </p:nvSpPr>
        <p:spPr>
          <a:xfrm>
            <a:off x="417135" y="1155156"/>
            <a:ext cx="8104695" cy="2031325"/>
          </a:xfrm>
          <a:prstGeom prst="rect">
            <a:avLst/>
          </a:prstGeom>
          <a:noFill/>
        </p:spPr>
        <p:txBody>
          <a:bodyPr wrap="square">
            <a:spAutoFit/>
          </a:bodyPr>
          <a:lstStyle/>
          <a:p>
            <a:pPr algn="just"/>
            <a:r>
              <a:rPr lang="en-IN" sz="1800" dirty="0">
                <a:latin typeface="Times New Roman" panose="02020603050405020304" pitchFamily="18" charset="0"/>
                <a:cs typeface="Times New Roman" panose="02020603050405020304" pitchFamily="18" charset="0"/>
              </a:rPr>
              <a:t>Which of the following can be the beginning address of a block that contains 16 addresses?</a:t>
            </a:r>
          </a:p>
          <a:p>
            <a:pPr algn="just"/>
            <a:r>
              <a:rPr lang="en-IN" sz="1800" dirty="0">
                <a:latin typeface="Times New Roman" panose="02020603050405020304" pitchFamily="18" charset="0"/>
                <a:cs typeface="Times New Roman" panose="02020603050405020304" pitchFamily="18" charset="0"/>
              </a:rPr>
              <a:t>       205.16.37.32</a:t>
            </a:r>
          </a:p>
          <a:p>
            <a:pPr algn="just"/>
            <a:r>
              <a:rPr lang="en-IN" sz="1800" dirty="0">
                <a:latin typeface="Times New Roman" panose="02020603050405020304" pitchFamily="18" charset="0"/>
                <a:cs typeface="Times New Roman" panose="02020603050405020304" pitchFamily="18" charset="0"/>
              </a:rPr>
              <a:t>      190.16.42.44</a:t>
            </a:r>
          </a:p>
          <a:p>
            <a:pPr algn="just"/>
            <a:r>
              <a:rPr lang="en-IN" sz="1800" dirty="0">
                <a:latin typeface="Times New Roman" panose="02020603050405020304" pitchFamily="18" charset="0"/>
                <a:cs typeface="Times New Roman" panose="02020603050405020304" pitchFamily="18" charset="0"/>
              </a:rPr>
              <a:t>      17.17.33.80</a:t>
            </a:r>
          </a:p>
          <a:p>
            <a:pPr algn="just"/>
            <a:r>
              <a:rPr lang="en-IN" sz="1800" dirty="0">
                <a:latin typeface="Times New Roman" panose="02020603050405020304" pitchFamily="18" charset="0"/>
                <a:cs typeface="Times New Roman" panose="02020603050405020304" pitchFamily="18" charset="0"/>
              </a:rPr>
              <a:t>      123.45.24.52</a:t>
            </a: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16F01B-5861-61D9-B154-CE200CD2AF3C}"/>
              </a:ext>
            </a:extLst>
          </p:cNvPr>
          <p:cNvSpPr txBox="1"/>
          <p:nvPr/>
        </p:nvSpPr>
        <p:spPr>
          <a:xfrm>
            <a:off x="615918" y="4903089"/>
            <a:ext cx="6731276" cy="923330"/>
          </a:xfrm>
          <a:prstGeom prst="rect">
            <a:avLst/>
          </a:prstGeom>
          <a:noFill/>
        </p:spPr>
        <p:txBody>
          <a:bodyPr wrap="square">
            <a:spAutoFit/>
          </a:bodyPr>
          <a:lstStyle/>
          <a:p>
            <a:pPr algn="just"/>
            <a:r>
              <a:rPr lang="en-IN" sz="1800" b="1" dirty="0">
                <a:latin typeface="Times New Roman" panose="02020603050405020304" pitchFamily="18" charset="0"/>
                <a:cs typeface="Times New Roman" panose="02020603050405020304" pitchFamily="18" charset="0"/>
              </a:rPr>
              <a:t>Solution</a:t>
            </a:r>
          </a:p>
          <a:p>
            <a:pPr algn="just"/>
            <a:r>
              <a:rPr lang="en-IN" sz="1800" dirty="0">
                <a:latin typeface="Times New Roman" panose="02020603050405020304" pitchFamily="18" charset="0"/>
                <a:cs typeface="Times New Roman" panose="02020603050405020304" pitchFamily="18" charset="0"/>
              </a:rPr>
              <a:t>The address 205.16.37.32 is eligible because 32 is divisible by16. </a:t>
            </a:r>
          </a:p>
          <a:p>
            <a:pPr algn="just"/>
            <a:r>
              <a:rPr lang="en-IN" sz="1800" dirty="0">
                <a:latin typeface="Times New Roman" panose="02020603050405020304" pitchFamily="18" charset="0"/>
                <a:cs typeface="Times New Roman" panose="02020603050405020304" pitchFamily="18" charset="0"/>
              </a:rPr>
              <a:t>The address 17.17.33.80 is eligible because 80 is divisible by 16.</a:t>
            </a:r>
          </a:p>
        </p:txBody>
      </p:sp>
      <p:sp>
        <p:nvSpPr>
          <p:cNvPr id="6" name="TextBox 5">
            <a:extLst>
              <a:ext uri="{FF2B5EF4-FFF2-40B4-BE49-F238E27FC236}">
                <a16:creationId xmlns:a16="http://schemas.microsoft.com/office/drawing/2014/main" id="{57652601-1D94-35C6-DBA2-8AB016D0491A}"/>
              </a:ext>
            </a:extLst>
          </p:cNvPr>
          <p:cNvSpPr txBox="1"/>
          <p:nvPr/>
        </p:nvSpPr>
        <p:spPr>
          <a:xfrm>
            <a:off x="1152631" y="3072992"/>
            <a:ext cx="4606786" cy="147732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16 = 2⁴ → </a:t>
            </a:r>
            <a:r>
              <a:rPr lang="en-US" b="1" dirty="0">
                <a:latin typeface="Times New Roman" panose="02020603050405020304" pitchFamily="18" charset="0"/>
                <a:cs typeface="Times New Roman" panose="02020603050405020304" pitchFamily="18" charset="0"/>
              </a:rPr>
              <a:t>last 4 bits = 0</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Last 4 bits are part of the </a:t>
            </a:r>
            <a:r>
              <a:rPr lang="en-US" b="1" dirty="0">
                <a:latin typeface="Times New Roman" panose="02020603050405020304" pitchFamily="18" charset="0"/>
                <a:cs typeface="Times New Roman" panose="02020603050405020304" pitchFamily="18" charset="0"/>
              </a:rPr>
              <a:t>last octet</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So we check: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Is the </a:t>
            </a:r>
            <a:r>
              <a:rPr lang="en-US" b="1" dirty="0">
                <a:latin typeface="Times New Roman" panose="02020603050405020304" pitchFamily="18" charset="0"/>
                <a:cs typeface="Times New Roman" panose="02020603050405020304" pitchFamily="18" charset="0"/>
              </a:rPr>
              <a:t>last octet divisible by 16?</a:t>
            </a: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That’s why we divide by </a:t>
            </a:r>
            <a:r>
              <a:rPr lang="en-US" b="1" dirty="0">
                <a:latin typeface="Times New Roman" panose="02020603050405020304" pitchFamily="18" charset="0"/>
                <a:cs typeface="Times New Roman" panose="02020603050405020304" pitchFamily="18" charset="0"/>
              </a:rPr>
              <a:t>16</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83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6658-16F0-074E-1FB6-BA6610D7A6D4}"/>
            </a:ext>
          </a:extLst>
        </p:cNvPr>
        <p:cNvGrpSpPr/>
        <p:nvPr/>
      </p:nvGrpSpPr>
      <p:grpSpPr>
        <a:xfrm>
          <a:off x="0" y="0"/>
          <a:ext cx="0" cy="0"/>
          <a:chOff x="0" y="0"/>
          <a:chExt cx="0" cy="0"/>
        </a:xfrm>
      </p:grpSpPr>
      <p:sp>
        <p:nvSpPr>
          <p:cNvPr id="2" name="Text Box 10">
            <a:extLst>
              <a:ext uri="{FF2B5EF4-FFF2-40B4-BE49-F238E27FC236}">
                <a16:creationId xmlns:a16="http://schemas.microsoft.com/office/drawing/2014/main" id="{4B2A1373-CE23-322D-D035-4359520B79C2}"/>
              </a:ext>
            </a:extLst>
          </p:cNvPr>
          <p:cNvSpPr txBox="1">
            <a:spLocks noChangeArrowheads="1"/>
          </p:cNvSpPr>
          <p:nvPr/>
        </p:nvSpPr>
        <p:spPr bwMode="auto">
          <a:xfrm>
            <a:off x="95858" y="126390"/>
            <a:ext cx="1895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Examples</a:t>
            </a:r>
          </a:p>
        </p:txBody>
      </p:sp>
      <p:sp>
        <p:nvSpPr>
          <p:cNvPr id="4" name="TextBox 3">
            <a:extLst>
              <a:ext uri="{FF2B5EF4-FFF2-40B4-BE49-F238E27FC236}">
                <a16:creationId xmlns:a16="http://schemas.microsoft.com/office/drawing/2014/main" id="{88D0EA37-91F5-3198-88BB-C191CF97E012}"/>
              </a:ext>
            </a:extLst>
          </p:cNvPr>
          <p:cNvSpPr txBox="1"/>
          <p:nvPr/>
        </p:nvSpPr>
        <p:spPr>
          <a:xfrm>
            <a:off x="417135" y="1155156"/>
            <a:ext cx="8104695" cy="2585323"/>
          </a:xfrm>
          <a:prstGeom prst="rect">
            <a:avLst/>
          </a:prstGeom>
          <a:noFill/>
        </p:spPr>
        <p:txBody>
          <a:bodyPr wrap="square">
            <a:spAutoFit/>
          </a:bodyPr>
          <a:lstStyle/>
          <a:p>
            <a:pPr algn="just"/>
            <a:r>
              <a:rPr lang="en-IN" sz="1800" dirty="0">
                <a:latin typeface="Times New Roman" panose="02020603050405020304" pitchFamily="18" charset="0"/>
                <a:cs typeface="Times New Roman" panose="02020603050405020304" pitchFamily="18" charset="0"/>
              </a:rPr>
              <a:t>Which of the following can be the beginning address of a block that contains 1024 addresses?</a:t>
            </a:r>
          </a:p>
          <a:p>
            <a:pPr algn="just"/>
            <a:r>
              <a:rPr lang="en-IN" sz="1800" dirty="0">
                <a:latin typeface="Times New Roman" panose="02020603050405020304" pitchFamily="18" charset="0"/>
                <a:cs typeface="Times New Roman" panose="02020603050405020304" pitchFamily="18" charset="0"/>
              </a:rPr>
              <a:t>      205.16.37.32</a:t>
            </a:r>
          </a:p>
          <a:p>
            <a:pPr algn="just"/>
            <a:r>
              <a:rPr lang="en-IN" sz="1800" dirty="0">
                <a:latin typeface="Times New Roman" panose="02020603050405020304" pitchFamily="18" charset="0"/>
                <a:cs typeface="Times New Roman" panose="02020603050405020304" pitchFamily="18" charset="0"/>
              </a:rPr>
              <a:t>      190.16.42.0</a:t>
            </a:r>
          </a:p>
          <a:p>
            <a:pPr algn="just"/>
            <a:r>
              <a:rPr lang="en-IN" sz="1800" dirty="0">
                <a:latin typeface="Times New Roman" panose="02020603050405020304" pitchFamily="18" charset="0"/>
                <a:cs typeface="Times New Roman" panose="02020603050405020304" pitchFamily="18" charset="0"/>
              </a:rPr>
              <a:t>      17.17.32.0</a:t>
            </a:r>
          </a:p>
          <a:p>
            <a:pPr algn="just"/>
            <a:r>
              <a:rPr lang="en-IN" sz="1800" dirty="0">
                <a:latin typeface="Times New Roman" panose="02020603050405020304" pitchFamily="18" charset="0"/>
                <a:cs typeface="Times New Roman" panose="02020603050405020304" pitchFamily="18" charset="0"/>
              </a:rPr>
              <a:t>      123.45.24.52</a:t>
            </a: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9C0862-44CF-CADE-5C22-90C1CBBB5C48}"/>
              </a:ext>
            </a:extLst>
          </p:cNvPr>
          <p:cNvSpPr txBox="1"/>
          <p:nvPr/>
        </p:nvSpPr>
        <p:spPr>
          <a:xfrm>
            <a:off x="478808" y="2983540"/>
            <a:ext cx="8186384" cy="2862322"/>
          </a:xfrm>
          <a:prstGeom prst="rect">
            <a:avLst/>
          </a:prstGeom>
          <a:noFill/>
        </p:spPr>
        <p:txBody>
          <a:bodyPr wrap="square">
            <a:spAutoFit/>
          </a:bodyPr>
          <a:lstStyle/>
          <a:p>
            <a:pPr algn="just"/>
            <a:r>
              <a:rPr lang="en-IN" sz="1800" b="1" dirty="0">
                <a:latin typeface="Times New Roman" panose="02020603050405020304" pitchFamily="18" charset="0"/>
                <a:cs typeface="Times New Roman" panose="02020603050405020304" pitchFamily="18" charset="0"/>
              </a:rPr>
              <a:t>Solution</a:t>
            </a:r>
          </a:p>
          <a:p>
            <a:pPr algn="just"/>
            <a:r>
              <a:rPr lang="en-US" dirty="0">
                <a:latin typeface="Times New Roman" panose="02020603050405020304" pitchFamily="18" charset="0"/>
                <a:cs typeface="Times New Roman" panose="02020603050405020304" pitchFamily="18" charset="0"/>
              </a:rPr>
              <a:t>A block of 1024 addresses = 2¹⁰, so the starting (beginning) address must have its last 10 bits = 0.</a:t>
            </a:r>
          </a:p>
          <a:p>
            <a:pPr algn="just"/>
            <a:r>
              <a:rPr lang="en-US" dirty="0">
                <a:latin typeface="Times New Roman" panose="02020603050405020304" pitchFamily="18" charset="0"/>
                <a:cs typeface="Times New Roman" panose="02020603050405020304" pitchFamily="18" charset="0"/>
              </a:rPr>
              <a:t>This means: </a:t>
            </a:r>
          </a:p>
          <a:p>
            <a:pPr algn="just"/>
            <a:r>
              <a:rPr lang="en-US" dirty="0">
                <a:latin typeface="Times New Roman" panose="02020603050405020304" pitchFamily="18" charset="0"/>
                <a:cs typeface="Times New Roman" panose="02020603050405020304" pitchFamily="18" charset="0"/>
              </a:rPr>
              <a:t>	The block size is 1024 → subnet mask is /22 (since 32 − 10 = 22)</a:t>
            </a:r>
          </a:p>
          <a:p>
            <a:pPr algn="just"/>
            <a:r>
              <a:rPr lang="en-US" dirty="0">
                <a:latin typeface="Times New Roman" panose="02020603050405020304" pitchFamily="18" charset="0"/>
                <a:cs typeface="Times New Roman" panose="02020603050405020304" pitchFamily="18" charset="0"/>
              </a:rPr>
              <a:t>	Valid starting addresses must be multiples of 1024 in terms of address numbering</a:t>
            </a:r>
          </a:p>
          <a:p>
            <a:pPr algn="just"/>
            <a:r>
              <a:rPr lang="en-US" dirty="0">
                <a:latin typeface="Times New Roman" panose="02020603050405020304" pitchFamily="18" charset="0"/>
                <a:cs typeface="Times New Roman" panose="02020603050405020304" pitchFamily="18" charset="0"/>
              </a:rPr>
              <a:t>Quick rule: </a:t>
            </a:r>
          </a:p>
          <a:p>
            <a:pPr algn="just"/>
            <a:r>
              <a:rPr lang="en-US" dirty="0">
                <a:latin typeface="Times New Roman" panose="02020603050405020304" pitchFamily="18" charset="0"/>
                <a:cs typeface="Times New Roman" panose="02020603050405020304" pitchFamily="18" charset="0"/>
              </a:rPr>
              <a:t>Look at the last two octets</a:t>
            </a:r>
          </a:p>
          <a:p>
            <a:pPr algn="just"/>
            <a:r>
              <a:rPr lang="en-US" dirty="0">
                <a:latin typeface="Times New Roman" panose="02020603050405020304" pitchFamily="18" charset="0"/>
                <a:cs typeface="Times New Roman" panose="02020603050405020304" pitchFamily="18" charset="0"/>
              </a:rPr>
              <a:t>Since 1024 = 4 × 256, the third octet must be a multiple of 4, and the fourth octet must be 0</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8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BDB57459-CEB3-9F15-6FBD-2BE560B571D9}"/>
              </a:ext>
            </a:extLst>
          </p:cNvPr>
          <p:cNvSpPr>
            <a:spLocks noGrp="1"/>
          </p:cNvSpPr>
          <p:nvPr>
            <p:ph/>
          </p:nvPr>
        </p:nvSpPr>
        <p:spPr bwMode="auto">
          <a:xfrm>
            <a:off x="363179" y="1407534"/>
            <a:ext cx="8229600" cy="17533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algn="just"/>
            <a:r>
              <a:rPr lang="en-US" altLang="en-US" sz="1800" dirty="0">
                <a:latin typeface="Times New Roman" panose="02020603050405020304" pitchFamily="18" charset="0"/>
                <a:cs typeface="Times New Roman" panose="02020603050405020304" pitchFamily="18" charset="0"/>
              </a:rPr>
              <a:t>If an organization was granted a large block in class A or B, it could divide the addresses into several contiguous groups and assign each group to smaller networks (called subnets).</a:t>
            </a: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dirty="0">
                <a:latin typeface="Times New Roman" panose="02020603050405020304" pitchFamily="18" charset="0"/>
                <a:cs typeface="Times New Roman" panose="02020603050405020304" pitchFamily="18" charset="0"/>
              </a:rPr>
              <a:t>Subnetting increases the number of 1s in the mask.</a:t>
            </a:r>
          </a:p>
        </p:txBody>
      </p:sp>
      <p:sp>
        <p:nvSpPr>
          <p:cNvPr id="3" name="Slide Number Placeholder 3">
            <a:extLst>
              <a:ext uri="{FF2B5EF4-FFF2-40B4-BE49-F238E27FC236}">
                <a16:creationId xmlns:a16="http://schemas.microsoft.com/office/drawing/2014/main" id="{43B48025-2EF1-2330-63E9-57B53F960203}"/>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31</a:t>
            </a:fld>
            <a:endParaRPr lang="en-US"/>
          </a:p>
        </p:txBody>
      </p:sp>
      <p:sp>
        <p:nvSpPr>
          <p:cNvPr id="2" name="Title 1">
            <a:extLst>
              <a:ext uri="{FF2B5EF4-FFF2-40B4-BE49-F238E27FC236}">
                <a16:creationId xmlns:a16="http://schemas.microsoft.com/office/drawing/2014/main" id="{1B28E11F-742A-BE09-4BEA-89385CF9A513}"/>
              </a:ext>
            </a:extLst>
          </p:cNvPr>
          <p:cNvSpPr txBox="1">
            <a:spLocks/>
          </p:cNvSpPr>
          <p:nvPr/>
        </p:nvSpPr>
        <p:spPr>
          <a:xfrm>
            <a:off x="185258" y="493494"/>
            <a:ext cx="4506011" cy="9140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Font typeface="Wingdings" panose="05000000000000000000" pitchFamily="2" charset="2"/>
              <a:buNone/>
            </a:pPr>
            <a:r>
              <a:rPr lang="en-US" altLang="en-US" sz="3200" b="1" dirty="0">
                <a:latin typeface="Times New Roman" panose="02020603050405020304" pitchFamily="18" charset="0"/>
                <a:cs typeface="Times New Roman" panose="02020603050405020304" pitchFamily="18" charset="0"/>
              </a:rPr>
              <a:t>Subnetting</a:t>
            </a:r>
            <a:endParaRPr lang="en-US" alt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ED24F104-A84C-A8E8-5682-8501BF809F2E}"/>
              </a:ext>
            </a:extLst>
          </p:cNvPr>
          <p:cNvSpPr>
            <a:spLocks noGrp="1"/>
          </p:cNvSpPr>
          <p:nvPr>
            <p:ph/>
          </p:nvPr>
        </p:nvSpPr>
        <p:spPr bwMode="auto">
          <a:xfrm>
            <a:off x="457200" y="866024"/>
            <a:ext cx="8229600" cy="52494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p>
            <a:r>
              <a:rPr lang="en-US" altLang="en-US" sz="1800" dirty="0">
                <a:latin typeface="Times New Roman" panose="02020603050405020304" pitchFamily="18" charset="0"/>
                <a:cs typeface="Times New Roman" panose="02020603050405020304" pitchFamily="18" charset="0"/>
              </a:rPr>
              <a:t>The size of a class C block with a maximum number of 256 addresses did not satisfy the needs of most organizations.</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In supernetting, an organization can combine several class C blocks to create a larger range of addresses.</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In other words, several networks are combined to create a super network or </a:t>
            </a:r>
            <a:r>
              <a:rPr lang="en-US" altLang="en-US" sz="1800" dirty="0" err="1">
                <a:latin typeface="Times New Roman" panose="02020603050405020304" pitchFamily="18" charset="0"/>
                <a:cs typeface="Times New Roman" panose="02020603050405020304" pitchFamily="18" charset="0"/>
              </a:rPr>
              <a:t>supernet</a:t>
            </a:r>
            <a:r>
              <a:rPr lang="en-US" altLang="en-US" sz="1800" dirty="0">
                <a:latin typeface="Times New Roman" panose="02020603050405020304" pitchFamily="18" charset="0"/>
                <a:cs typeface="Times New Roman" panose="02020603050405020304" pitchFamily="18" charset="0"/>
              </a:rPr>
              <a:t>.</a:t>
            </a:r>
          </a:p>
          <a:p>
            <a:r>
              <a:rPr lang="en-US" altLang="en-US" sz="1800" dirty="0">
                <a:latin typeface="Times New Roman" panose="02020603050405020304" pitchFamily="18" charset="0"/>
                <a:cs typeface="Times New Roman" panose="02020603050405020304" pitchFamily="18" charset="0"/>
              </a:rPr>
              <a:t>E.g. an organization that needs 1000 addresses can be granted four contiguous class C blocks.</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Supernetting decreases the number of 1s in the mask.</a:t>
            </a:r>
          </a:p>
          <a:p>
            <a:r>
              <a:rPr lang="en-US" altLang="en-US" sz="1800" dirty="0">
                <a:latin typeface="Times New Roman" panose="02020603050405020304" pitchFamily="18" charset="0"/>
                <a:cs typeface="Times New Roman" panose="02020603050405020304" pitchFamily="18" charset="0"/>
              </a:rPr>
              <a:t>E.g. if an organization is given four class C blocks, the mask changes from /24 to /22.</a:t>
            </a:r>
          </a:p>
          <a:p>
            <a:r>
              <a:rPr lang="en-US" altLang="en-US" sz="1800" dirty="0">
                <a:latin typeface="Times New Roman" panose="02020603050405020304" pitchFamily="18" charset="0"/>
                <a:cs typeface="Times New Roman" panose="02020603050405020304" pitchFamily="18" charset="0"/>
              </a:rPr>
              <a:t>Classless addressing eliminated the need for supernetting.</a:t>
            </a:r>
          </a:p>
        </p:txBody>
      </p:sp>
      <p:sp>
        <p:nvSpPr>
          <p:cNvPr id="3" name="Slide Number Placeholder 3">
            <a:extLst>
              <a:ext uri="{FF2B5EF4-FFF2-40B4-BE49-F238E27FC236}">
                <a16:creationId xmlns:a16="http://schemas.microsoft.com/office/drawing/2014/main" id="{8D1F0026-8FCC-323F-0128-1F4E713CDCA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32</a:t>
            </a:fld>
            <a:endParaRPr lang="en-US"/>
          </a:p>
        </p:txBody>
      </p:sp>
      <p:sp>
        <p:nvSpPr>
          <p:cNvPr id="2" name="Title 1">
            <a:extLst>
              <a:ext uri="{FF2B5EF4-FFF2-40B4-BE49-F238E27FC236}">
                <a16:creationId xmlns:a16="http://schemas.microsoft.com/office/drawing/2014/main" id="{7A6D59C3-68E3-B102-CCB4-CF4C7CC92520}"/>
              </a:ext>
            </a:extLst>
          </p:cNvPr>
          <p:cNvSpPr txBox="1">
            <a:spLocks/>
          </p:cNvSpPr>
          <p:nvPr/>
        </p:nvSpPr>
        <p:spPr>
          <a:xfrm>
            <a:off x="216816" y="0"/>
            <a:ext cx="4506011" cy="9140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Font typeface="Wingdings" panose="05000000000000000000" pitchFamily="2" charset="2"/>
              <a:buNone/>
            </a:pPr>
            <a:r>
              <a:rPr lang="en-US" altLang="en-US" sz="3200" b="1" dirty="0">
                <a:latin typeface="Times New Roman" panose="02020603050405020304" pitchFamily="18" charset="0"/>
                <a:cs typeface="Times New Roman" panose="02020603050405020304" pitchFamily="18" charset="0"/>
              </a:rPr>
              <a:t>Supernetting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10">
            <a:extLst>
              <a:ext uri="{FF2B5EF4-FFF2-40B4-BE49-F238E27FC236}">
                <a16:creationId xmlns:a16="http://schemas.microsoft.com/office/drawing/2014/main" id="{1AF397B2-911B-544C-5219-C271D97440D5}"/>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p:sp>
        <p:nvSpPr>
          <p:cNvPr id="3" name="Slide Number Placeholder 3">
            <a:extLst>
              <a:ext uri="{FF2B5EF4-FFF2-40B4-BE49-F238E27FC236}">
                <a16:creationId xmlns:a16="http://schemas.microsoft.com/office/drawing/2014/main" id="{47ACA861-F3A9-9954-E0F4-68657429560A}"/>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33</a:t>
            </a:fld>
            <a:endParaRPr lang="en-US"/>
          </a:p>
        </p:txBody>
      </p:sp>
      <p:sp>
        <p:nvSpPr>
          <p:cNvPr id="2" name="Google Shape;106;p2">
            <a:extLst>
              <a:ext uri="{FF2B5EF4-FFF2-40B4-BE49-F238E27FC236}">
                <a16:creationId xmlns:a16="http://schemas.microsoft.com/office/drawing/2014/main" id="{C9114904-0EB4-54D5-BE81-AE7829BF27E0}"/>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96813A6F-E912-C23F-63C6-32842908EFD4}"/>
              </a:ext>
            </a:extLst>
          </p:cNvPr>
          <p:cNvSpPr txBox="1"/>
          <p:nvPr/>
        </p:nvSpPr>
        <p:spPr>
          <a:xfrm>
            <a:off x="198782" y="1310311"/>
            <a:ext cx="8696739" cy="2862322"/>
          </a:xfrm>
          <a:prstGeom prst="rect">
            <a:avLst/>
          </a:prstGeom>
          <a:noFill/>
        </p:spPr>
        <p:txBody>
          <a:bodyPr wrap="square">
            <a:spAutoFit/>
          </a:bodyPr>
          <a:lstStyle/>
          <a:p>
            <a:pPr algn="just"/>
            <a:r>
              <a:rPr lang="en-US" altLang="en-US" sz="1800" b="0" baseline="0" dirty="0">
                <a:latin typeface="Times New Roman" panose="02020603050405020304" pitchFamily="18" charset="0"/>
              </a:rPr>
              <a:t>Figure (on next slide) shows a block of addresses, in both binary and dotted-decimal notation, granted to a small business that needs 16 addresses.</a:t>
            </a:r>
          </a:p>
          <a:p>
            <a:pPr algn="just"/>
            <a:endParaRPr lang="en-US" altLang="en-US" sz="1800" b="0" baseline="0" dirty="0">
              <a:latin typeface="Times New Roman" panose="02020603050405020304" pitchFamily="18" charset="0"/>
            </a:endParaRP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We can see that the restrictions are applied to this block. The addresses are contiguous. </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The number of addresses is a power of 2 (16 = 2</a:t>
            </a:r>
            <a:r>
              <a:rPr lang="en-US" altLang="en-US" sz="1800" b="0" baseline="30000" dirty="0">
                <a:latin typeface="Times New Roman" panose="02020603050405020304" pitchFamily="18" charset="0"/>
              </a:rPr>
              <a:t>4</a:t>
            </a:r>
            <a:r>
              <a:rPr lang="en-US" altLang="en-US" sz="1800" b="0" baseline="0" dirty="0">
                <a:latin typeface="Times New Roman" panose="02020603050405020304" pitchFamily="18" charset="0"/>
              </a:rPr>
              <a:t>), and the first address is divisible by 16. </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The first address, when converted to a decimal number, is 3,440,387,360, which when divided by 16 results in 215,024,210.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6">
            <a:extLst>
              <a:ext uri="{FF2B5EF4-FFF2-40B4-BE49-F238E27FC236}">
                <a16:creationId xmlns:a16="http://schemas.microsoft.com/office/drawing/2014/main" id="{585F9F0D-1CAB-D725-E4E8-7957AA4B4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24" y="2194552"/>
            <a:ext cx="7753546" cy="2204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1A074D3D-D988-36AE-4635-C88071D3948F}"/>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34</a:t>
            </a:fld>
            <a:endParaRPr lang="en-US"/>
          </a:p>
        </p:txBody>
      </p:sp>
      <p:sp>
        <p:nvSpPr>
          <p:cNvPr id="2" name="Text Box 4">
            <a:extLst>
              <a:ext uri="{FF2B5EF4-FFF2-40B4-BE49-F238E27FC236}">
                <a16:creationId xmlns:a16="http://schemas.microsoft.com/office/drawing/2014/main" id="{46CA27A0-DDC5-AA3B-4111-C406AF9E9CD0}"/>
              </a:ext>
            </a:extLst>
          </p:cNvPr>
          <p:cNvSpPr txBox="1">
            <a:spLocks noChangeArrowheads="1"/>
          </p:cNvSpPr>
          <p:nvPr/>
        </p:nvSpPr>
        <p:spPr bwMode="auto">
          <a:xfrm>
            <a:off x="2310105" y="4707986"/>
            <a:ext cx="4924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8:  </a:t>
            </a:r>
            <a:r>
              <a:rPr lang="en-US" altLang="en-US" sz="1400" baseline="0" dirty="0">
                <a:latin typeface="Times New Roman" panose="02020603050405020304" pitchFamily="18" charset="0"/>
              </a:rPr>
              <a:t>A block of 16 addresses granted to a small organization</a:t>
            </a:r>
          </a:p>
        </p:txBody>
      </p:sp>
      <p:sp>
        <p:nvSpPr>
          <p:cNvPr id="5" name="Text Box 10">
            <a:extLst>
              <a:ext uri="{FF2B5EF4-FFF2-40B4-BE49-F238E27FC236}">
                <a16:creationId xmlns:a16="http://schemas.microsoft.com/office/drawing/2014/main" id="{22DC337D-20C2-8836-E6F7-93C4AC168658}"/>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9">
            <a:extLst>
              <a:ext uri="{FF2B5EF4-FFF2-40B4-BE49-F238E27FC236}">
                <a16:creationId xmlns:a16="http://schemas.microsoft.com/office/drawing/2014/main" id="{B5ED19AE-19AA-9727-A969-0029A721890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79" name="Line 10">
            <a:extLst>
              <a:ext uri="{FF2B5EF4-FFF2-40B4-BE49-F238E27FC236}">
                <a16:creationId xmlns:a16="http://schemas.microsoft.com/office/drawing/2014/main" id="{E72ED999-FF10-43C3-4B37-28E766CDCD7F}"/>
              </a:ext>
            </a:extLst>
          </p:cNvPr>
          <p:cNvSpPr>
            <a:spLocks noChangeShapeType="1"/>
          </p:cNvSpPr>
          <p:nvPr/>
        </p:nvSpPr>
        <p:spPr bwMode="auto">
          <a:xfrm>
            <a:off x="458788" y="398675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0" name="Rectangle 11">
            <a:extLst>
              <a:ext uri="{FF2B5EF4-FFF2-40B4-BE49-F238E27FC236}">
                <a16:creationId xmlns:a16="http://schemas.microsoft.com/office/drawing/2014/main" id="{F189FBB3-7B6A-0C4A-6E40-A4B90AA1B648}"/>
              </a:ext>
            </a:extLst>
          </p:cNvPr>
          <p:cNvSpPr>
            <a:spLocks noChangeArrowheads="1"/>
          </p:cNvSpPr>
          <p:nvPr/>
        </p:nvSpPr>
        <p:spPr bwMode="auto">
          <a:xfrm>
            <a:off x="457200" y="2713672"/>
            <a:ext cx="8077200" cy="1200329"/>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1800" baseline="0">
                <a:latin typeface="Times New Roman" panose="02020603050405020304" pitchFamily="18" charset="0"/>
                <a:cs typeface="Times New Roman" panose="02020603050405020304" pitchFamily="18" charset="0"/>
              </a:rPr>
              <a:t>In IPv4 addressing, a block of </a:t>
            </a:r>
            <a:br>
              <a:rPr lang="en-US" altLang="en-US" sz="1800" baseline="0">
                <a:latin typeface="Times New Roman" panose="02020603050405020304" pitchFamily="18" charset="0"/>
                <a:cs typeface="Times New Roman" panose="02020603050405020304" pitchFamily="18" charset="0"/>
              </a:rPr>
            </a:br>
            <a:r>
              <a:rPr lang="en-US" altLang="en-US" sz="1800" baseline="0">
                <a:latin typeface="Times New Roman" panose="02020603050405020304" pitchFamily="18" charset="0"/>
                <a:cs typeface="Times New Roman" panose="02020603050405020304" pitchFamily="18" charset="0"/>
              </a:rPr>
              <a:t>addresses can be defined as</a:t>
            </a:r>
          </a:p>
          <a:p>
            <a:pPr algn="ctr"/>
            <a:r>
              <a:rPr lang="en-US" altLang="en-US" sz="1800" baseline="0">
                <a:latin typeface="Times New Roman" panose="02020603050405020304" pitchFamily="18" charset="0"/>
                <a:cs typeface="Times New Roman" panose="02020603050405020304" pitchFamily="18" charset="0"/>
              </a:rPr>
              <a:t>x.y.z.t /</a:t>
            </a:r>
            <a:r>
              <a:rPr lang="en-US" altLang="en-US" sz="1800" i="1" baseline="0">
                <a:latin typeface="Times New Roman" panose="02020603050405020304" pitchFamily="18" charset="0"/>
                <a:cs typeface="Times New Roman" panose="02020603050405020304" pitchFamily="18" charset="0"/>
              </a:rPr>
              <a:t>n</a:t>
            </a:r>
          </a:p>
          <a:p>
            <a:pPr algn="ctr"/>
            <a:r>
              <a:rPr lang="en-US" altLang="en-US" sz="1800" baseline="0">
                <a:latin typeface="Times New Roman" panose="02020603050405020304" pitchFamily="18" charset="0"/>
                <a:cs typeface="Times New Roman" panose="02020603050405020304" pitchFamily="18" charset="0"/>
              </a:rPr>
              <a:t>in which x.y.z.t defines one of the addresses and the /</a:t>
            </a:r>
            <a:r>
              <a:rPr lang="en-US" altLang="en-US" sz="1800" i="1" baseline="0">
                <a:latin typeface="Times New Roman" panose="02020603050405020304" pitchFamily="18" charset="0"/>
                <a:cs typeface="Times New Roman" panose="02020603050405020304" pitchFamily="18" charset="0"/>
              </a:rPr>
              <a:t>n</a:t>
            </a:r>
            <a:r>
              <a:rPr lang="en-US" altLang="en-US" sz="1800" baseline="0">
                <a:latin typeface="Times New Roman" panose="02020603050405020304" pitchFamily="18" charset="0"/>
                <a:cs typeface="Times New Roman" panose="02020603050405020304" pitchFamily="18" charset="0"/>
              </a:rPr>
              <a:t> defines the mask.</a:t>
            </a:r>
          </a:p>
        </p:txBody>
      </p:sp>
      <p:sp>
        <p:nvSpPr>
          <p:cNvPr id="3" name="Slide Number Placeholder 3">
            <a:extLst>
              <a:ext uri="{FF2B5EF4-FFF2-40B4-BE49-F238E27FC236}">
                <a16:creationId xmlns:a16="http://schemas.microsoft.com/office/drawing/2014/main" id="{34B38850-24F6-8530-2D18-26E7F71F6287}"/>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9">
            <a:extLst>
              <a:ext uri="{FF2B5EF4-FFF2-40B4-BE49-F238E27FC236}">
                <a16:creationId xmlns:a16="http://schemas.microsoft.com/office/drawing/2014/main" id="{81577338-0792-1A51-2DCE-5762531A57D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3" name="Line 10">
            <a:extLst>
              <a:ext uri="{FF2B5EF4-FFF2-40B4-BE49-F238E27FC236}">
                <a16:creationId xmlns:a16="http://schemas.microsoft.com/office/drawing/2014/main" id="{18774177-5CFD-6DDB-26D1-29DA9DC9E595}"/>
              </a:ext>
            </a:extLst>
          </p:cNvPr>
          <p:cNvSpPr>
            <a:spLocks noChangeShapeType="1"/>
          </p:cNvSpPr>
          <p:nvPr/>
        </p:nvSpPr>
        <p:spPr bwMode="auto">
          <a:xfrm>
            <a:off x="458788" y="3495771"/>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4" name="Rectangle 11">
            <a:extLst>
              <a:ext uri="{FF2B5EF4-FFF2-40B4-BE49-F238E27FC236}">
                <a16:creationId xmlns:a16="http://schemas.microsoft.com/office/drawing/2014/main" id="{160D82C8-6F33-93BF-34E5-AD6DFE298EF8}"/>
              </a:ext>
            </a:extLst>
          </p:cNvPr>
          <p:cNvSpPr>
            <a:spLocks noChangeArrowheads="1"/>
          </p:cNvSpPr>
          <p:nvPr/>
        </p:nvSpPr>
        <p:spPr bwMode="auto">
          <a:xfrm>
            <a:off x="457200" y="2759075"/>
            <a:ext cx="8077200" cy="646331"/>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1800" baseline="0"/>
              <a:t>The first address in the block can be found by setting the rightmost </a:t>
            </a:r>
            <a:br>
              <a:rPr lang="en-US" altLang="en-US" sz="1800" baseline="0"/>
            </a:br>
            <a:r>
              <a:rPr lang="en-US" altLang="en-US" sz="1800" baseline="0"/>
              <a:t>32 − </a:t>
            </a:r>
            <a:r>
              <a:rPr lang="en-US" altLang="en-US" sz="1800" i="1" baseline="0"/>
              <a:t>n</a:t>
            </a:r>
            <a:r>
              <a:rPr lang="en-US" altLang="en-US" sz="1800" baseline="0"/>
              <a:t> bits to 0s.</a:t>
            </a:r>
          </a:p>
        </p:txBody>
      </p:sp>
      <p:sp>
        <p:nvSpPr>
          <p:cNvPr id="3" name="Slide Number Placeholder 3">
            <a:extLst>
              <a:ext uri="{FF2B5EF4-FFF2-40B4-BE49-F238E27FC236}">
                <a16:creationId xmlns:a16="http://schemas.microsoft.com/office/drawing/2014/main" id="{E0069E6C-0B88-5415-CB84-BF35837D166F}"/>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
            <a:extLst>
              <a:ext uri="{FF2B5EF4-FFF2-40B4-BE49-F238E27FC236}">
                <a16:creationId xmlns:a16="http://schemas.microsoft.com/office/drawing/2014/main" id="{1A7E0B40-7A4D-A3D7-D594-EA7F2077FB18}"/>
              </a:ext>
            </a:extLst>
          </p:cNvPr>
          <p:cNvSpPr txBox="1">
            <a:spLocks noChangeArrowheads="1"/>
          </p:cNvSpPr>
          <p:nvPr/>
        </p:nvSpPr>
        <p:spPr bwMode="auto">
          <a:xfrm>
            <a:off x="3622249" y="55126"/>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7A60B0F6-9EF3-0046-D674-6B535363ECF4}"/>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37</a:t>
            </a:fld>
            <a:endParaRPr lang="en-US"/>
          </a:p>
        </p:txBody>
      </p:sp>
      <p:sp>
        <p:nvSpPr>
          <p:cNvPr id="6" name="TextBox 5">
            <a:extLst>
              <a:ext uri="{FF2B5EF4-FFF2-40B4-BE49-F238E27FC236}">
                <a16:creationId xmlns:a16="http://schemas.microsoft.com/office/drawing/2014/main" id="{A823DF33-D2E0-B63A-5724-A3F470C845FD}"/>
              </a:ext>
            </a:extLst>
          </p:cNvPr>
          <p:cNvSpPr txBox="1"/>
          <p:nvPr/>
        </p:nvSpPr>
        <p:spPr>
          <a:xfrm>
            <a:off x="511865" y="1613118"/>
            <a:ext cx="8418444" cy="1815882"/>
          </a:xfrm>
          <a:prstGeom prst="rect">
            <a:avLst/>
          </a:prstGeom>
          <a:noFill/>
        </p:spPr>
        <p:txBody>
          <a:bodyPr wrap="square">
            <a:spAutoFit/>
          </a:bodyPr>
          <a:lstStyle/>
          <a:p>
            <a:pPr algn="just"/>
            <a:r>
              <a:rPr lang="en-US" altLang="en-US" sz="2800" b="1" baseline="0" dirty="0">
                <a:latin typeface="Times New Roman" panose="02020603050405020304" pitchFamily="18" charset="0"/>
              </a:rPr>
              <a:t>A block of addresses is granted to a small organization. We know that one of the addresses is 205.16.37.39/28. What is the first address in the block? </a:t>
            </a:r>
            <a:endParaRPr lang="en-US" altLang="en-US" sz="2800" baseline="0" dirty="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3D68-78CC-44BC-08D8-267CD81575D8}"/>
            </a:ext>
          </a:extLst>
        </p:cNvPr>
        <p:cNvGrpSpPr/>
        <p:nvPr/>
      </p:nvGrpSpPr>
      <p:grpSpPr>
        <a:xfrm>
          <a:off x="0" y="0"/>
          <a:ext cx="0" cy="0"/>
          <a:chOff x="0" y="0"/>
          <a:chExt cx="0" cy="0"/>
        </a:xfrm>
      </p:grpSpPr>
      <p:sp>
        <p:nvSpPr>
          <p:cNvPr id="2" name="Text Box 10">
            <a:extLst>
              <a:ext uri="{FF2B5EF4-FFF2-40B4-BE49-F238E27FC236}">
                <a16:creationId xmlns:a16="http://schemas.microsoft.com/office/drawing/2014/main" id="{954A6BA0-E195-504E-5851-955A9B3EBE0F}"/>
              </a:ext>
            </a:extLst>
          </p:cNvPr>
          <p:cNvSpPr txBox="1">
            <a:spLocks noChangeArrowheads="1"/>
          </p:cNvSpPr>
          <p:nvPr/>
        </p:nvSpPr>
        <p:spPr bwMode="auto">
          <a:xfrm>
            <a:off x="3622249" y="55126"/>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6EFD84D7-720D-C307-FF1A-2449EDC40B35}"/>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38</a:t>
            </a:fld>
            <a:endParaRPr lang="en-US"/>
          </a:p>
        </p:txBody>
      </p:sp>
      <p:sp>
        <p:nvSpPr>
          <p:cNvPr id="8" name="TextBox 7">
            <a:extLst>
              <a:ext uri="{FF2B5EF4-FFF2-40B4-BE49-F238E27FC236}">
                <a16:creationId xmlns:a16="http://schemas.microsoft.com/office/drawing/2014/main" id="{C5271A95-B785-A6FE-199F-15EFD16FD1F6}"/>
              </a:ext>
            </a:extLst>
          </p:cNvPr>
          <p:cNvSpPr txBox="1"/>
          <p:nvPr/>
        </p:nvSpPr>
        <p:spPr>
          <a:xfrm>
            <a:off x="438483" y="540509"/>
            <a:ext cx="8418443" cy="5416868"/>
          </a:xfrm>
          <a:prstGeom prst="rect">
            <a:avLst/>
          </a:prstGeom>
          <a:noFill/>
        </p:spPr>
        <p:txBody>
          <a:bodyPr wrap="square">
            <a:spAutoFit/>
          </a:bodyPr>
          <a:lstStyle/>
          <a:p>
            <a:r>
              <a:rPr lang="en-US" altLang="en-US" dirty="0">
                <a:solidFill>
                  <a:schemeClr val="hlink"/>
                </a:solidFill>
                <a:latin typeface="Times New Roman" panose="02020603050405020304" pitchFamily="18" charset="0"/>
              </a:rPr>
              <a:t>Solution:</a:t>
            </a:r>
          </a:p>
          <a:p>
            <a:pPr algn="just"/>
            <a:r>
              <a:rPr lang="en-US" dirty="0">
                <a:latin typeface="Times New Roman" panose="02020603050405020304" pitchFamily="18" charset="0"/>
              </a:rPr>
              <a:t>The block of addresses 205.16.37.39/28 represents a subnet with a subnet mask of 28 bits.</a:t>
            </a:r>
          </a:p>
          <a:p>
            <a:pPr algn="just"/>
            <a:r>
              <a:rPr lang="en-US" dirty="0">
                <a:latin typeface="Times New Roman" panose="02020603050405020304" pitchFamily="18" charset="0"/>
              </a:rPr>
              <a:t>To determine the first, we need to convert the subnet mask to its binary representation and perform some calculations.</a:t>
            </a:r>
          </a:p>
          <a:p>
            <a:pPr algn="just"/>
            <a:endParaRPr lang="en-US" sz="1000" dirty="0">
              <a:latin typeface="Times New Roman" panose="02020603050405020304" pitchFamily="18" charset="0"/>
            </a:endParaRPr>
          </a:p>
          <a:p>
            <a:pPr algn="just"/>
            <a:r>
              <a:rPr lang="en-US" dirty="0">
                <a:latin typeface="Times New Roman" panose="02020603050405020304" pitchFamily="18" charset="0"/>
              </a:rPr>
              <a:t>The subnet mask 28 means that the first 28 bits of the IP address represent the network portion, and the remaining 4 bits are available for host addresses.</a:t>
            </a:r>
          </a:p>
          <a:p>
            <a:pPr algn="just"/>
            <a:endParaRPr lang="en-US" sz="1000" dirty="0">
              <a:latin typeface="Times New Roman" panose="02020603050405020304" pitchFamily="18" charset="0"/>
            </a:endParaRPr>
          </a:p>
          <a:p>
            <a:pPr algn="just"/>
            <a:r>
              <a:rPr lang="en-US" dirty="0">
                <a:latin typeface="Times New Roman" panose="02020603050405020304" pitchFamily="18" charset="0"/>
              </a:rPr>
              <a:t>Converting the subnet mask 28 to binary results in 32 bits with the first 28 bits set to 1 and the last 4 bits set to 0:	</a:t>
            </a:r>
          </a:p>
          <a:p>
            <a:pPr algn="just"/>
            <a:r>
              <a:rPr lang="en-US" b="1" dirty="0">
                <a:latin typeface="Times New Roman" panose="02020603050405020304" pitchFamily="18" charset="0"/>
              </a:rPr>
              <a:t>						11111111.11111111.11111111.11110000</a:t>
            </a:r>
          </a:p>
          <a:p>
            <a:pPr algn="just"/>
            <a:r>
              <a:rPr lang="en-US" dirty="0">
                <a:latin typeface="Times New Roman" panose="02020603050405020304" pitchFamily="18" charset="0"/>
              </a:rPr>
              <a:t>To calculate the first address, we perform a logical AND operation between the given address (205.16.37.39) and the subnet mask:</a:t>
            </a:r>
          </a:p>
          <a:p>
            <a:pPr algn="just"/>
            <a:endParaRPr lang="en-US" sz="1000" b="0" baseline="0" dirty="0">
              <a:latin typeface="Times New Roman" panose="02020603050405020304" pitchFamily="18" charset="0"/>
            </a:endParaRPr>
          </a:p>
          <a:p>
            <a:pPr algn="just"/>
            <a:r>
              <a:rPr lang="en-US" b="0" baseline="0" dirty="0">
                <a:latin typeface="Times New Roman" panose="02020603050405020304" pitchFamily="18" charset="0"/>
              </a:rPr>
              <a:t>Address: 11001101.00010000.00100101.00100111</a:t>
            </a:r>
          </a:p>
          <a:p>
            <a:pPr algn="just"/>
            <a:r>
              <a:rPr lang="en-US" b="0" baseline="0" dirty="0">
                <a:latin typeface="Times New Roman" panose="02020603050405020304" pitchFamily="18" charset="0"/>
              </a:rPr>
              <a:t>Subnet Mask: 11111111.11111111.11111111.11110000</a:t>
            </a:r>
          </a:p>
          <a:p>
            <a:pPr algn="just"/>
            <a:r>
              <a:rPr lang="en-US" b="0" baseline="0" dirty="0">
                <a:latin typeface="Times New Roman" panose="02020603050405020304" pitchFamily="18" charset="0"/>
              </a:rPr>
              <a:t>AND Operation: 11001101.00010000.00100101.00100000</a:t>
            </a:r>
          </a:p>
          <a:p>
            <a:pPr algn="just"/>
            <a:endParaRPr lang="en-US" sz="1000" b="0" baseline="0" dirty="0">
              <a:latin typeface="Times New Roman" panose="02020603050405020304" pitchFamily="18" charset="0"/>
            </a:endParaRPr>
          </a:p>
          <a:p>
            <a:pPr algn="just"/>
            <a:r>
              <a:rPr lang="en-US" b="0" baseline="0" dirty="0">
                <a:latin typeface="Times New Roman" panose="02020603050405020304" pitchFamily="18" charset="0"/>
              </a:rPr>
              <a:t>The result of the AND operation gives us the network address, which is 205.16.37.32.</a:t>
            </a:r>
          </a:p>
          <a:p>
            <a:pPr algn="just"/>
            <a:r>
              <a:rPr lang="en-US" b="0" baseline="0" dirty="0">
                <a:latin typeface="Times New Roman" panose="02020603050405020304" pitchFamily="18" charset="0"/>
              </a:rPr>
              <a:t>Therefore, the first address in the block is 205.16.37.32.  </a:t>
            </a:r>
          </a:p>
        </p:txBody>
      </p:sp>
    </p:spTree>
    <p:extLst>
      <p:ext uri="{BB962C8B-B14F-4D97-AF65-F5344CB8AC3E}">
        <p14:creationId xmlns:p14="http://schemas.microsoft.com/office/powerpoint/2010/main" val="1663419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6C0ACA6A-1F0E-1EDE-ED13-5D6581A46269}"/>
              </a:ext>
            </a:extLst>
          </p:cNvPr>
          <p:cNvSpPr>
            <a:spLocks noGrp="1"/>
          </p:cNvSpPr>
          <p:nvPr>
            <p:ph/>
          </p:nvPr>
        </p:nvSpPr>
        <p:spPr bwMode="auto">
          <a:xfrm>
            <a:off x="457200" y="1376313"/>
            <a:ext cx="8229600" cy="4749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r>
              <a:rPr lang="en-US" altLang="en-US" sz="1800" b="1" dirty="0">
                <a:latin typeface="Times New Roman" panose="02020603050405020304" pitchFamily="18" charset="0"/>
                <a:cs typeface="Times New Roman" panose="02020603050405020304" pitchFamily="18" charset="0"/>
              </a:rPr>
              <a:t>Network Address:</a:t>
            </a:r>
          </a:p>
          <a:p>
            <a:pPr>
              <a:buFont typeface="Wingdings" panose="05000000000000000000" pitchFamily="2" charset="2"/>
              <a:buNone/>
            </a:pPr>
            <a:endParaRPr lang="en-US" altLang="en-US" sz="18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The first address is called the network address and defines the organization network</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First address is used as the network address that represents the organization to the rest of the world.</a:t>
            </a:r>
          </a:p>
        </p:txBody>
      </p:sp>
      <p:sp>
        <p:nvSpPr>
          <p:cNvPr id="3" name="Slide Number Placeholder 3">
            <a:extLst>
              <a:ext uri="{FF2B5EF4-FFF2-40B4-BE49-F238E27FC236}">
                <a16:creationId xmlns:a16="http://schemas.microsoft.com/office/drawing/2014/main" id="{D6CAFAA0-1AC5-2001-79C9-CB50251FBD50}"/>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39</a:t>
            </a:fld>
            <a:endParaRPr lang="en-US"/>
          </a:p>
        </p:txBody>
      </p:sp>
      <p:sp>
        <p:nvSpPr>
          <p:cNvPr id="2" name="Google Shape;106;p2">
            <a:extLst>
              <a:ext uri="{FF2B5EF4-FFF2-40B4-BE49-F238E27FC236}">
                <a16:creationId xmlns:a16="http://schemas.microsoft.com/office/drawing/2014/main" id="{E234222E-9B92-A7A0-02DC-B68F6F84CB74}"/>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56540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9">
            <a:extLst>
              <a:ext uri="{FF2B5EF4-FFF2-40B4-BE49-F238E27FC236}">
                <a16:creationId xmlns:a16="http://schemas.microsoft.com/office/drawing/2014/main" id="{75FFBAF6-F735-FCB7-94C0-3C1514043C7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1" name="Line 10">
            <a:extLst>
              <a:ext uri="{FF2B5EF4-FFF2-40B4-BE49-F238E27FC236}">
                <a16:creationId xmlns:a16="http://schemas.microsoft.com/office/drawing/2014/main" id="{0D4E09AC-98F2-D04F-6EA4-8515507D18EF}"/>
              </a:ext>
            </a:extLst>
          </p:cNvPr>
          <p:cNvSpPr>
            <a:spLocks noChangeShapeType="1"/>
          </p:cNvSpPr>
          <p:nvPr/>
        </p:nvSpPr>
        <p:spPr bwMode="auto">
          <a:xfrm>
            <a:off x="458788" y="3495773"/>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2" name="Rectangle 11">
            <a:extLst>
              <a:ext uri="{FF2B5EF4-FFF2-40B4-BE49-F238E27FC236}">
                <a16:creationId xmlns:a16="http://schemas.microsoft.com/office/drawing/2014/main" id="{7851987D-3F5B-4AB5-5568-4945A18F9287}"/>
              </a:ext>
            </a:extLst>
          </p:cNvPr>
          <p:cNvSpPr>
            <a:spLocks noChangeArrowheads="1"/>
          </p:cNvSpPr>
          <p:nvPr/>
        </p:nvSpPr>
        <p:spPr bwMode="auto">
          <a:xfrm>
            <a:off x="457200" y="2759075"/>
            <a:ext cx="8077200" cy="646331"/>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1800" baseline="0" dirty="0">
                <a:latin typeface="Times New Roman" panose="02020603050405020304" pitchFamily="18" charset="0"/>
                <a:cs typeface="Times New Roman" panose="02020603050405020304" pitchFamily="18" charset="0"/>
              </a:rPr>
              <a:t>The last address in the block can be found by setting the rightmost </a:t>
            </a:r>
            <a:br>
              <a:rPr lang="en-US" altLang="en-US" sz="1800" baseline="0" dirty="0">
                <a:latin typeface="Times New Roman" panose="02020603050405020304" pitchFamily="18" charset="0"/>
                <a:cs typeface="Times New Roman" panose="02020603050405020304" pitchFamily="18" charset="0"/>
              </a:rPr>
            </a:br>
            <a:r>
              <a:rPr lang="en-US" altLang="en-US" sz="1800" baseline="0" dirty="0">
                <a:latin typeface="Times New Roman" panose="02020603050405020304" pitchFamily="18" charset="0"/>
                <a:cs typeface="Times New Roman" panose="02020603050405020304" pitchFamily="18" charset="0"/>
              </a:rPr>
              <a:t>32 - n bits to 1s.</a:t>
            </a:r>
          </a:p>
        </p:txBody>
      </p:sp>
      <p:sp>
        <p:nvSpPr>
          <p:cNvPr id="3" name="Slide Number Placeholder 3">
            <a:extLst>
              <a:ext uri="{FF2B5EF4-FFF2-40B4-BE49-F238E27FC236}">
                <a16:creationId xmlns:a16="http://schemas.microsoft.com/office/drawing/2014/main" id="{89C64E8D-3BD0-29A5-0512-DAAC43B3B0FA}"/>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40</a:t>
            </a:fld>
            <a:endParaRPr lang="en-US"/>
          </a:p>
        </p:txBody>
      </p:sp>
      <p:sp>
        <p:nvSpPr>
          <p:cNvPr id="2" name="Google Shape;106;p2">
            <a:extLst>
              <a:ext uri="{FF2B5EF4-FFF2-40B4-BE49-F238E27FC236}">
                <a16:creationId xmlns:a16="http://schemas.microsoft.com/office/drawing/2014/main" id="{AFB754EC-3AA4-8DDE-7A35-D55DCA0CE4BA}"/>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
            <a:extLst>
              <a:ext uri="{FF2B5EF4-FFF2-40B4-BE49-F238E27FC236}">
                <a16:creationId xmlns:a16="http://schemas.microsoft.com/office/drawing/2014/main" id="{1A7E0B40-7A4D-A3D7-D594-EA7F2077FB18}"/>
              </a:ext>
            </a:extLst>
          </p:cNvPr>
          <p:cNvSpPr txBox="1">
            <a:spLocks noChangeArrowheads="1"/>
          </p:cNvSpPr>
          <p:nvPr/>
        </p:nvSpPr>
        <p:spPr bwMode="auto">
          <a:xfrm>
            <a:off x="3512918" y="208621"/>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7A60B0F6-9EF3-0046-D674-6B535363ECF4}"/>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41</a:t>
            </a:fld>
            <a:endParaRPr lang="en-US"/>
          </a:p>
        </p:txBody>
      </p:sp>
      <p:sp>
        <p:nvSpPr>
          <p:cNvPr id="3" name="Google Shape;106;p2">
            <a:extLst>
              <a:ext uri="{FF2B5EF4-FFF2-40B4-BE49-F238E27FC236}">
                <a16:creationId xmlns:a16="http://schemas.microsoft.com/office/drawing/2014/main" id="{3AACD3CF-9189-0EE4-3A31-DDD30E81F7AD}"/>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04B16FA8-6E6D-43CF-544A-18D0BCAAF1C6}"/>
              </a:ext>
            </a:extLst>
          </p:cNvPr>
          <p:cNvSpPr txBox="1"/>
          <p:nvPr/>
        </p:nvSpPr>
        <p:spPr>
          <a:xfrm>
            <a:off x="1095788" y="1753701"/>
            <a:ext cx="7332593" cy="1815882"/>
          </a:xfrm>
          <a:prstGeom prst="rect">
            <a:avLst/>
          </a:prstGeom>
          <a:noFill/>
        </p:spPr>
        <p:txBody>
          <a:bodyPr wrap="square">
            <a:spAutoFit/>
          </a:bodyPr>
          <a:lstStyle/>
          <a:p>
            <a:pPr algn="just"/>
            <a:r>
              <a:rPr lang="en-US" altLang="en-US" sz="2800" b="1" baseline="0" dirty="0">
                <a:latin typeface="Times New Roman" panose="02020603050405020304" pitchFamily="18" charset="0"/>
              </a:rPr>
              <a:t>A block of addresses is granted to a small organization. We know that one of the addresses is 205.16.37.39/28. What is the last address in the block? </a:t>
            </a:r>
          </a:p>
        </p:txBody>
      </p:sp>
    </p:spTree>
    <p:extLst>
      <p:ext uri="{BB962C8B-B14F-4D97-AF65-F5344CB8AC3E}">
        <p14:creationId xmlns:p14="http://schemas.microsoft.com/office/powerpoint/2010/main" val="3565025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9B893-412B-BF05-0A75-5E93AB99AA54}"/>
            </a:ext>
          </a:extLst>
        </p:cNvPr>
        <p:cNvGrpSpPr/>
        <p:nvPr/>
      </p:nvGrpSpPr>
      <p:grpSpPr>
        <a:xfrm>
          <a:off x="0" y="0"/>
          <a:ext cx="0" cy="0"/>
          <a:chOff x="0" y="0"/>
          <a:chExt cx="0" cy="0"/>
        </a:xfrm>
      </p:grpSpPr>
      <p:sp>
        <p:nvSpPr>
          <p:cNvPr id="2" name="Text Box 10">
            <a:extLst>
              <a:ext uri="{FF2B5EF4-FFF2-40B4-BE49-F238E27FC236}">
                <a16:creationId xmlns:a16="http://schemas.microsoft.com/office/drawing/2014/main" id="{E4E52B39-76EF-90CB-1FEE-58BAEFEF522C}"/>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CEE4E068-1A0E-F6FD-3C1C-A663AAF5274F}"/>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42</a:t>
            </a:fld>
            <a:endParaRPr lang="en-US"/>
          </a:p>
        </p:txBody>
      </p:sp>
      <p:sp>
        <p:nvSpPr>
          <p:cNvPr id="3" name="Google Shape;106;p2">
            <a:extLst>
              <a:ext uri="{FF2B5EF4-FFF2-40B4-BE49-F238E27FC236}">
                <a16:creationId xmlns:a16="http://schemas.microsoft.com/office/drawing/2014/main" id="{EA586F4C-E73E-FF39-D93A-BCD15DC1A9D1}"/>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435B2664-079D-932E-90C3-8432FE6EC389}"/>
              </a:ext>
            </a:extLst>
          </p:cNvPr>
          <p:cNvSpPr txBox="1"/>
          <p:nvPr/>
        </p:nvSpPr>
        <p:spPr>
          <a:xfrm>
            <a:off x="347690" y="699052"/>
            <a:ext cx="8260578" cy="5386090"/>
          </a:xfrm>
          <a:prstGeom prst="rect">
            <a:avLst/>
          </a:prstGeom>
          <a:noFill/>
        </p:spPr>
        <p:txBody>
          <a:bodyPr wrap="square">
            <a:spAutoFit/>
          </a:bodyPr>
          <a:lstStyle/>
          <a:p>
            <a:pPr algn="just"/>
            <a:r>
              <a:rPr lang="en-US" altLang="en-US" sz="1800" baseline="0" dirty="0">
                <a:latin typeface="Times New Roman" panose="02020603050405020304" pitchFamily="18" charset="0"/>
              </a:rPr>
              <a:t>205.16.37.39/28</a:t>
            </a:r>
          </a:p>
          <a:p>
            <a:pPr algn="just"/>
            <a:endParaRPr lang="en-US" altLang="en-US" sz="1000" baseline="0" dirty="0">
              <a:solidFill>
                <a:schemeClr val="hlink"/>
              </a:solidFill>
              <a:latin typeface="Times New Roman" panose="02020603050405020304" pitchFamily="18" charset="0"/>
            </a:endParaRPr>
          </a:p>
          <a:p>
            <a:pPr algn="just"/>
            <a:r>
              <a:rPr lang="en-US" altLang="en-US" sz="1800" baseline="0" dirty="0">
                <a:solidFill>
                  <a:schemeClr val="hlink"/>
                </a:solidFill>
                <a:latin typeface="Times New Roman" panose="02020603050405020304" pitchFamily="18" charset="0"/>
              </a:rPr>
              <a:t>Solution:</a:t>
            </a:r>
          </a:p>
          <a:p>
            <a:pPr algn="just"/>
            <a:r>
              <a:rPr lang="en-US" sz="1800" b="0" baseline="0" dirty="0">
                <a:latin typeface="Times New Roman" panose="02020603050405020304" pitchFamily="18" charset="0"/>
              </a:rPr>
              <a:t>To calculate the last address, we need to find the highest possible host address within the block. Since we have 4 bits available for host addresses (2^4 = 16), the highest host address is obtained by setting all 4 bits to 1:</a:t>
            </a:r>
          </a:p>
          <a:p>
            <a:pPr algn="just"/>
            <a:endParaRPr lang="en-US" sz="1000" b="0" baseline="0" dirty="0">
              <a:latin typeface="Times New Roman" panose="02020603050405020304" pitchFamily="18" charset="0"/>
            </a:endParaRPr>
          </a:p>
          <a:p>
            <a:pPr algn="just"/>
            <a:r>
              <a:rPr lang="en-US" sz="1800" b="0" baseline="0" dirty="0">
                <a:latin typeface="Times New Roman" panose="02020603050405020304" pitchFamily="18" charset="0"/>
              </a:rPr>
              <a:t>Address: 11001101.00010000.00100101.00100111</a:t>
            </a:r>
          </a:p>
          <a:p>
            <a:pPr algn="just"/>
            <a:r>
              <a:rPr lang="en-US" dirty="0">
                <a:latin typeface="Times New Roman" panose="02020603050405020304" pitchFamily="18" charset="0"/>
              </a:rPr>
              <a:t>Subnet Mask:  11111111.11111111.11111111.11110000</a:t>
            </a:r>
            <a:endParaRPr lang="en-US" sz="1800" b="0" baseline="0" dirty="0">
              <a:latin typeface="Times New Roman" panose="02020603050405020304" pitchFamily="18" charset="0"/>
            </a:endParaRPr>
          </a:p>
          <a:p>
            <a:pPr algn="just"/>
            <a:r>
              <a:rPr lang="en-US" sz="1800" b="0" baseline="0" dirty="0">
                <a:latin typeface="Times New Roman" panose="02020603050405020304" pitchFamily="18" charset="0"/>
              </a:rPr>
              <a:t>Subnet Mask Complement: 00000000.00000000.00000000.00001111</a:t>
            </a:r>
          </a:p>
          <a:p>
            <a:pPr algn="just"/>
            <a:endParaRPr lang="en-US" sz="1800" b="0" baseline="0" dirty="0">
              <a:latin typeface="Times New Roman" panose="02020603050405020304" pitchFamily="18" charset="0"/>
            </a:endParaRPr>
          </a:p>
          <a:p>
            <a:pPr algn="just"/>
            <a:r>
              <a:rPr lang="en-US" dirty="0">
                <a:latin typeface="Times New Roman" panose="02020603050405020304" pitchFamily="18" charset="0"/>
              </a:rPr>
              <a:t>			 	 </a:t>
            </a:r>
            <a:r>
              <a:rPr lang="en-US" sz="2400" dirty="0">
                <a:latin typeface="Times New Roman" panose="02020603050405020304" pitchFamily="18" charset="0"/>
              </a:rPr>
              <a:t>11001101.00010000.00100101.00100111</a:t>
            </a:r>
          </a:p>
          <a:p>
            <a:pPr algn="just"/>
            <a:r>
              <a:rPr lang="en-US" sz="2400" dirty="0">
                <a:latin typeface="Times New Roman" panose="02020603050405020304" pitchFamily="18" charset="0"/>
              </a:rPr>
              <a:t>			       00000000.00000000.00000000.00001111</a:t>
            </a:r>
            <a:endParaRPr lang="en-US" sz="2400" b="0" baseline="0" dirty="0">
              <a:latin typeface="Times New Roman" panose="02020603050405020304" pitchFamily="18" charset="0"/>
            </a:endParaRPr>
          </a:p>
          <a:p>
            <a:pPr algn="just"/>
            <a:r>
              <a:rPr lang="en-US" sz="2400" b="0" baseline="0" dirty="0">
                <a:latin typeface="Times New Roman" panose="02020603050405020304" pitchFamily="18" charset="0"/>
              </a:rPr>
              <a:t>OR Operation: 11001101.00010000.00100101.00101111</a:t>
            </a:r>
          </a:p>
          <a:p>
            <a:pPr algn="just"/>
            <a:endParaRPr lang="en-US" sz="1800" b="0" baseline="0" dirty="0">
              <a:latin typeface="Times New Roman" panose="02020603050405020304" pitchFamily="18" charset="0"/>
            </a:endParaRPr>
          </a:p>
          <a:p>
            <a:pPr algn="just"/>
            <a:r>
              <a:rPr lang="en-US" sz="1800" b="0" baseline="0" dirty="0">
                <a:latin typeface="Times New Roman" panose="02020603050405020304" pitchFamily="18" charset="0"/>
              </a:rPr>
              <a:t>The result of the OR operation, with the complement of the mask, gives us the broadcast address, which is 205.16.37.47. However, the last address in the block is always reserved as the broadcast address, so the actual last usable address is the one before the broadcast address. Therefore, the last address in the block is 205.16.37.46.</a:t>
            </a:r>
          </a:p>
        </p:txBody>
      </p:sp>
      <p:cxnSp>
        <p:nvCxnSpPr>
          <p:cNvPr id="8" name="Straight Connector 7">
            <a:extLst>
              <a:ext uri="{FF2B5EF4-FFF2-40B4-BE49-F238E27FC236}">
                <a16:creationId xmlns:a16="http://schemas.microsoft.com/office/drawing/2014/main" id="{361F8788-1437-459C-9435-04A3E06564CF}"/>
              </a:ext>
            </a:extLst>
          </p:cNvPr>
          <p:cNvCxnSpPr/>
          <p:nvPr/>
        </p:nvCxnSpPr>
        <p:spPr>
          <a:xfrm>
            <a:off x="2286000" y="4244009"/>
            <a:ext cx="5148000"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18994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9">
            <a:extLst>
              <a:ext uri="{FF2B5EF4-FFF2-40B4-BE49-F238E27FC236}">
                <a16:creationId xmlns:a16="http://schemas.microsoft.com/office/drawing/2014/main" id="{79681D93-9D64-E0D3-E5A6-E6D65AF14D9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699" name="Line 10">
            <a:extLst>
              <a:ext uri="{FF2B5EF4-FFF2-40B4-BE49-F238E27FC236}">
                <a16:creationId xmlns:a16="http://schemas.microsoft.com/office/drawing/2014/main" id="{26105A84-ED66-ADA9-FCB6-60CD50E9404E}"/>
              </a:ext>
            </a:extLst>
          </p:cNvPr>
          <p:cNvSpPr>
            <a:spLocks noChangeShapeType="1"/>
          </p:cNvSpPr>
          <p:nvPr/>
        </p:nvSpPr>
        <p:spPr bwMode="auto">
          <a:xfrm>
            <a:off x="458788" y="3486344"/>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0" name="Rectangle 11">
            <a:extLst>
              <a:ext uri="{FF2B5EF4-FFF2-40B4-BE49-F238E27FC236}">
                <a16:creationId xmlns:a16="http://schemas.microsoft.com/office/drawing/2014/main" id="{5E1B6237-768E-E279-35F1-4E7DBA6D9DB5}"/>
              </a:ext>
            </a:extLst>
          </p:cNvPr>
          <p:cNvSpPr>
            <a:spLocks noChangeArrowheads="1"/>
          </p:cNvSpPr>
          <p:nvPr/>
        </p:nvSpPr>
        <p:spPr bwMode="auto">
          <a:xfrm>
            <a:off x="457200" y="2759075"/>
            <a:ext cx="8077200" cy="646331"/>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1800" baseline="0" dirty="0">
                <a:latin typeface="Times New Roman" panose="02020603050405020304" pitchFamily="18" charset="0"/>
                <a:cs typeface="Times New Roman" panose="02020603050405020304" pitchFamily="18" charset="0"/>
              </a:rPr>
              <a:t>The number of addresses in the block can be found by using the formula </a:t>
            </a:r>
            <a:br>
              <a:rPr lang="en-US" altLang="en-US" sz="1800" baseline="0" dirty="0">
                <a:latin typeface="Times New Roman" panose="02020603050405020304" pitchFamily="18" charset="0"/>
                <a:cs typeface="Times New Roman" panose="02020603050405020304" pitchFamily="18" charset="0"/>
              </a:rPr>
            </a:br>
            <a:r>
              <a:rPr lang="en-US" altLang="en-US" sz="1800" baseline="0" dirty="0">
                <a:latin typeface="Times New Roman" panose="02020603050405020304" pitchFamily="18" charset="0"/>
                <a:cs typeface="Times New Roman" panose="02020603050405020304" pitchFamily="18" charset="0"/>
              </a:rPr>
              <a:t>2</a:t>
            </a:r>
            <a:r>
              <a:rPr lang="en-US" altLang="en-US" sz="1800" baseline="30000" dirty="0">
                <a:latin typeface="Times New Roman" panose="02020603050405020304" pitchFamily="18" charset="0"/>
                <a:cs typeface="Times New Roman" panose="02020603050405020304" pitchFamily="18" charset="0"/>
              </a:rPr>
              <a:t>32-n</a:t>
            </a:r>
            <a:r>
              <a:rPr lang="en-US" altLang="en-US" sz="1800" baseline="0" dirty="0">
                <a:latin typeface="Times New Roman" panose="02020603050405020304" pitchFamily="18" charset="0"/>
                <a:cs typeface="Times New Roman" panose="02020603050405020304" pitchFamily="18" charset="0"/>
              </a:rPr>
              <a:t>.</a:t>
            </a:r>
          </a:p>
        </p:txBody>
      </p:sp>
      <p:sp>
        <p:nvSpPr>
          <p:cNvPr id="3" name="Slide Number Placeholder 3">
            <a:extLst>
              <a:ext uri="{FF2B5EF4-FFF2-40B4-BE49-F238E27FC236}">
                <a16:creationId xmlns:a16="http://schemas.microsoft.com/office/drawing/2014/main" id="{BD727A1A-F89C-8EFB-9C43-9056C1179197}"/>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43</a:t>
            </a:fld>
            <a:endParaRPr lang="en-US"/>
          </a:p>
        </p:txBody>
      </p:sp>
      <p:sp>
        <p:nvSpPr>
          <p:cNvPr id="2" name="Google Shape;106;p2">
            <a:extLst>
              <a:ext uri="{FF2B5EF4-FFF2-40B4-BE49-F238E27FC236}">
                <a16:creationId xmlns:a16="http://schemas.microsoft.com/office/drawing/2014/main" id="{1CCF758A-D1E7-84C2-3D71-8A31453A624C}"/>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a:extLst>
              <a:ext uri="{FF2B5EF4-FFF2-40B4-BE49-F238E27FC236}">
                <a16:creationId xmlns:a16="http://schemas.microsoft.com/office/drawing/2014/main" id="{FFBBD119-6F26-9291-9C45-B51F0EB5B02F}"/>
              </a:ext>
            </a:extLst>
          </p:cNvPr>
          <p:cNvSpPr>
            <a:spLocks noChangeArrowheads="1"/>
          </p:cNvSpPr>
          <p:nvPr/>
        </p:nvSpPr>
        <p:spPr bwMode="auto">
          <a:xfrm>
            <a:off x="228600" y="1143000"/>
            <a:ext cx="8686800" cy="28623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0" baseline="0" dirty="0">
                <a:latin typeface="Times New Roman" panose="02020603050405020304" pitchFamily="18" charset="0"/>
              </a:rPr>
              <a:t>An organization that is granted a large block of addresses may want to create clusters of networks (subnets) and divide the addresses between the different subnets. </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The rest of the world still sees the organization as one entity; however internally there are several subnets. </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All messages are sent to the router that connects the organization to the rest of the Internet; the router routes the message to the appropriate subnets.</a:t>
            </a:r>
          </a:p>
          <a:p>
            <a:pPr algn="just"/>
            <a:endParaRPr lang="en-US" altLang="en-US" sz="1800" b="0" baseline="0" dirty="0">
              <a:latin typeface="Times New Roman" panose="02020603050405020304" pitchFamily="18" charset="0"/>
            </a:endParaRPr>
          </a:p>
          <a:p>
            <a:pPr algn="just"/>
            <a:r>
              <a:rPr lang="en-US" altLang="en-US" sz="1800" b="0" baseline="0" dirty="0">
                <a:latin typeface="Times New Roman" panose="02020603050405020304" pitchFamily="18" charset="0"/>
              </a:rPr>
              <a:t>The organization has its own mask and each subnet must also have its own.</a:t>
            </a:r>
            <a:endParaRPr lang="en-US" altLang="en-US" sz="1800" baseline="0" dirty="0">
              <a:latin typeface="Times New Roman" panose="02020603050405020304" pitchFamily="18" charset="0"/>
            </a:endParaRPr>
          </a:p>
        </p:txBody>
      </p:sp>
      <p:sp>
        <p:nvSpPr>
          <p:cNvPr id="37891" name="Text Box 10">
            <a:extLst>
              <a:ext uri="{FF2B5EF4-FFF2-40B4-BE49-F238E27FC236}">
                <a16:creationId xmlns:a16="http://schemas.microsoft.com/office/drawing/2014/main" id="{C3563CFB-F3B5-ADAD-565B-CCFF37B73E61}"/>
              </a:ext>
            </a:extLst>
          </p:cNvPr>
          <p:cNvSpPr txBox="1">
            <a:spLocks noChangeArrowheads="1"/>
          </p:cNvSpPr>
          <p:nvPr/>
        </p:nvSpPr>
        <p:spPr bwMode="auto">
          <a:xfrm>
            <a:off x="239595" y="177800"/>
            <a:ext cx="65678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3100" baseline="0" dirty="0">
                <a:latin typeface="Times New Roman" panose="02020603050405020304" pitchFamily="18" charset="0"/>
              </a:rPr>
              <a:t>Three level of Hierarchy: subnetting</a:t>
            </a:r>
          </a:p>
        </p:txBody>
      </p:sp>
      <p:sp>
        <p:nvSpPr>
          <p:cNvPr id="3" name="Slide Number Placeholder 3">
            <a:extLst>
              <a:ext uri="{FF2B5EF4-FFF2-40B4-BE49-F238E27FC236}">
                <a16:creationId xmlns:a16="http://schemas.microsoft.com/office/drawing/2014/main" id="{6055661A-EF16-78FF-0289-C6FD051E244F}"/>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44</a:t>
            </a:fld>
            <a:endParaRPr lang="en-US"/>
          </a:p>
        </p:txBody>
      </p:sp>
      <p:sp>
        <p:nvSpPr>
          <p:cNvPr id="2" name="Google Shape;106;p2">
            <a:extLst>
              <a:ext uri="{FF2B5EF4-FFF2-40B4-BE49-F238E27FC236}">
                <a16:creationId xmlns:a16="http://schemas.microsoft.com/office/drawing/2014/main" id="{AC2DC8AA-BA5F-EAAB-D966-71D83B6E1C37}"/>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a:extLst>
              <a:ext uri="{FF2B5EF4-FFF2-40B4-BE49-F238E27FC236}">
                <a16:creationId xmlns:a16="http://schemas.microsoft.com/office/drawing/2014/main" id="{7AA1C731-254A-1C4B-3903-A522DA6D554F}"/>
              </a:ext>
            </a:extLst>
          </p:cNvPr>
          <p:cNvSpPr>
            <a:spLocks noChangeArrowheads="1"/>
          </p:cNvSpPr>
          <p:nvPr/>
        </p:nvSpPr>
        <p:spPr bwMode="auto">
          <a:xfrm>
            <a:off x="228600" y="1143000"/>
            <a:ext cx="8686800" cy="2585323"/>
          </a:xfrm>
          <a:prstGeom prst="rect">
            <a:avLst/>
          </a:prstGeom>
          <a:solidFill>
            <a:schemeClr val="bg1"/>
          </a:solidFill>
          <a:ln w="9525">
            <a:noFill/>
            <a:miter lim="800000"/>
            <a:headEnd/>
            <a:tailEnd/>
          </a:ln>
        </p:spPr>
        <p:txBody>
          <a:bodyPr>
            <a:spAutoFit/>
          </a:bodyPr>
          <a:lstStyle/>
          <a:p>
            <a:pPr algn="just">
              <a:defRPr/>
            </a:pPr>
            <a:r>
              <a:rPr lang="en-US" sz="1800" b="0" baseline="0" dirty="0">
                <a:latin typeface="Times New Roman" pitchFamily="18" charset="0"/>
              </a:rPr>
              <a:t>Suppose an organization is given the block 17.12.40.0/26, which contains 64 IP addresses. The organization has three offices and needs to divide the addresses into three subblocks of 32,16, and 16 IP addresses. </a:t>
            </a:r>
          </a:p>
          <a:p>
            <a:pPr algn="just">
              <a:defRPr/>
            </a:pPr>
            <a:endParaRPr lang="en-US" sz="1800" dirty="0">
              <a:latin typeface="Times New Roman" pitchFamily="18" charset="0"/>
            </a:endParaRPr>
          </a:p>
          <a:p>
            <a:pPr algn="just">
              <a:defRPr/>
            </a:pPr>
            <a:r>
              <a:rPr lang="en-US" sz="1800" b="0" baseline="0" dirty="0">
                <a:latin typeface="Times New Roman" pitchFamily="18" charset="0"/>
              </a:rPr>
              <a:t>We can find the new masks as</a:t>
            </a:r>
          </a:p>
          <a:p>
            <a:pPr marL="514350" indent="-514350" algn="just">
              <a:buFontTx/>
              <a:buAutoNum type="arabicPeriod"/>
              <a:defRPr/>
            </a:pPr>
            <a:r>
              <a:rPr lang="en-US" sz="1800" b="0" i="1" baseline="0" dirty="0">
                <a:latin typeface="Times New Roman" pitchFamily="18" charset="0"/>
              </a:rPr>
              <a:t>Suppose the mask for the first subnet is n</a:t>
            </a:r>
            <a:r>
              <a:rPr lang="en-US" sz="1800" b="0" i="1" baseline="-25000" dirty="0">
                <a:latin typeface="Times New Roman" pitchFamily="18" charset="0"/>
              </a:rPr>
              <a:t>1</a:t>
            </a:r>
            <a:r>
              <a:rPr lang="en-US" sz="1800" b="0" i="1" baseline="0" dirty="0">
                <a:latin typeface="Times New Roman" pitchFamily="18" charset="0"/>
              </a:rPr>
              <a:t> then 2</a:t>
            </a:r>
            <a:r>
              <a:rPr lang="en-US" sz="1800" b="0" i="1" baseline="30000" dirty="0">
                <a:latin typeface="Times New Roman" pitchFamily="18" charset="0"/>
              </a:rPr>
              <a:t>32-n1</a:t>
            </a:r>
            <a:r>
              <a:rPr lang="en-US" sz="1800" b="0" i="1" baseline="0" dirty="0">
                <a:latin typeface="Times New Roman" pitchFamily="18" charset="0"/>
              </a:rPr>
              <a:t> must be 32, which means n</a:t>
            </a:r>
            <a:r>
              <a:rPr lang="en-US" sz="1800" b="0" i="1" baseline="-25000" dirty="0">
                <a:latin typeface="Times New Roman" pitchFamily="18" charset="0"/>
              </a:rPr>
              <a:t>1</a:t>
            </a:r>
            <a:r>
              <a:rPr lang="en-US" sz="1800" b="0" i="1" baseline="0" dirty="0">
                <a:latin typeface="Times New Roman" pitchFamily="18" charset="0"/>
              </a:rPr>
              <a:t>=27.</a:t>
            </a:r>
          </a:p>
          <a:p>
            <a:pPr marL="514350" indent="-514350" algn="just">
              <a:buFontTx/>
              <a:buAutoNum type="arabicPeriod"/>
              <a:defRPr/>
            </a:pPr>
            <a:r>
              <a:rPr lang="en-US" sz="1800" b="0" i="1" baseline="0" dirty="0">
                <a:latin typeface="Times New Roman" pitchFamily="18" charset="0"/>
              </a:rPr>
              <a:t>Suppose the mask for the second subnet is n</a:t>
            </a:r>
            <a:r>
              <a:rPr lang="en-US" sz="1800" b="0" i="1" baseline="-25000" dirty="0">
                <a:latin typeface="Times New Roman" pitchFamily="18" charset="0"/>
              </a:rPr>
              <a:t>2</a:t>
            </a:r>
            <a:r>
              <a:rPr lang="en-US" sz="1800" b="0" i="1" baseline="0" dirty="0">
                <a:latin typeface="Times New Roman" pitchFamily="18" charset="0"/>
              </a:rPr>
              <a:t> then 2</a:t>
            </a:r>
            <a:r>
              <a:rPr lang="en-US" sz="1800" b="0" i="1" baseline="30000" dirty="0">
                <a:latin typeface="Times New Roman" pitchFamily="18" charset="0"/>
              </a:rPr>
              <a:t>32-n2</a:t>
            </a:r>
            <a:r>
              <a:rPr lang="en-US" sz="1800" b="0" i="1" baseline="0" dirty="0">
                <a:latin typeface="Times New Roman" pitchFamily="18" charset="0"/>
              </a:rPr>
              <a:t> must be 16, which means n</a:t>
            </a:r>
            <a:r>
              <a:rPr lang="en-US" sz="1800" b="0" i="1" baseline="-25000" dirty="0">
                <a:latin typeface="Times New Roman" pitchFamily="18" charset="0"/>
              </a:rPr>
              <a:t>1</a:t>
            </a:r>
            <a:r>
              <a:rPr lang="en-US" sz="1800" b="0" i="1" baseline="0" dirty="0">
                <a:latin typeface="Times New Roman" pitchFamily="18" charset="0"/>
              </a:rPr>
              <a:t>=28.</a:t>
            </a:r>
          </a:p>
          <a:p>
            <a:pPr marL="514350" indent="-514350" algn="just">
              <a:buFontTx/>
              <a:buAutoNum type="arabicPeriod"/>
              <a:defRPr/>
            </a:pPr>
            <a:r>
              <a:rPr lang="en-US" sz="1800" b="0" i="1" baseline="0" dirty="0">
                <a:latin typeface="Times New Roman" pitchFamily="18" charset="0"/>
              </a:rPr>
              <a:t>Suppose the mask for the third subnet is n</a:t>
            </a:r>
            <a:r>
              <a:rPr lang="en-US" sz="1800" b="0" i="1" baseline="-25000" dirty="0">
                <a:latin typeface="Times New Roman" pitchFamily="18" charset="0"/>
              </a:rPr>
              <a:t>3</a:t>
            </a:r>
            <a:r>
              <a:rPr lang="en-US" sz="1800" b="0" i="1" baseline="0" dirty="0">
                <a:latin typeface="Times New Roman" pitchFamily="18" charset="0"/>
              </a:rPr>
              <a:t> then 2</a:t>
            </a:r>
            <a:r>
              <a:rPr lang="en-US" sz="1800" b="0" i="1" baseline="30000" dirty="0">
                <a:latin typeface="Times New Roman" pitchFamily="18" charset="0"/>
              </a:rPr>
              <a:t>32-n3</a:t>
            </a:r>
            <a:r>
              <a:rPr lang="en-US" sz="1800" b="0" i="1" baseline="0" dirty="0">
                <a:latin typeface="Times New Roman" pitchFamily="18" charset="0"/>
              </a:rPr>
              <a:t> must be 16, which means n</a:t>
            </a:r>
            <a:r>
              <a:rPr lang="en-US" sz="1800" b="0" i="1" baseline="-25000" dirty="0">
                <a:latin typeface="Times New Roman" pitchFamily="18" charset="0"/>
              </a:rPr>
              <a:t>1</a:t>
            </a:r>
            <a:r>
              <a:rPr lang="en-US" sz="1800" b="0" i="1" baseline="0" dirty="0">
                <a:latin typeface="Times New Roman" pitchFamily="18" charset="0"/>
              </a:rPr>
              <a:t>=28.</a:t>
            </a:r>
            <a:endParaRPr lang="en-US" sz="1800" i="1" baseline="0" dirty="0">
              <a:latin typeface="Times New Roman" pitchFamily="18" charset="0"/>
            </a:endParaRPr>
          </a:p>
        </p:txBody>
      </p:sp>
      <p:sp>
        <p:nvSpPr>
          <p:cNvPr id="2" name="Text Box 10">
            <a:extLst>
              <a:ext uri="{FF2B5EF4-FFF2-40B4-BE49-F238E27FC236}">
                <a16:creationId xmlns:a16="http://schemas.microsoft.com/office/drawing/2014/main" id="{BA27C623-4D07-7E94-5BB0-9EFD88538418}"/>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8B0C2EE2-6BC6-7CD4-780B-DB9077DC9C4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45</a:t>
            </a:fld>
            <a:endParaRPr lang="en-US"/>
          </a:p>
        </p:txBody>
      </p:sp>
      <p:sp>
        <p:nvSpPr>
          <p:cNvPr id="3" name="Google Shape;106;p2">
            <a:extLst>
              <a:ext uri="{FF2B5EF4-FFF2-40B4-BE49-F238E27FC236}">
                <a16:creationId xmlns:a16="http://schemas.microsoft.com/office/drawing/2014/main" id="{883D3BCD-40F2-D438-48C0-9F3172EA8C0D}"/>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6">
            <a:extLst>
              <a:ext uri="{FF2B5EF4-FFF2-40B4-BE49-F238E27FC236}">
                <a16:creationId xmlns:a16="http://schemas.microsoft.com/office/drawing/2014/main" id="{D6A708F7-00BE-4E55-0BB5-ACCF3897D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508" y="969100"/>
            <a:ext cx="5492043" cy="455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474D52A4-3C6A-ACF3-3826-4E83D418C674}"/>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46</a:t>
            </a:fld>
            <a:endParaRPr lang="en-US"/>
          </a:p>
        </p:txBody>
      </p:sp>
      <p:sp>
        <p:nvSpPr>
          <p:cNvPr id="2" name="Text Box 4">
            <a:extLst>
              <a:ext uri="{FF2B5EF4-FFF2-40B4-BE49-F238E27FC236}">
                <a16:creationId xmlns:a16="http://schemas.microsoft.com/office/drawing/2014/main" id="{7BE83BEB-0C3D-F6F0-2B07-2F4DEFCC6952}"/>
              </a:ext>
            </a:extLst>
          </p:cNvPr>
          <p:cNvSpPr txBox="1">
            <a:spLocks noChangeArrowheads="1"/>
          </p:cNvSpPr>
          <p:nvPr/>
        </p:nvSpPr>
        <p:spPr bwMode="auto">
          <a:xfrm>
            <a:off x="2200643" y="5735011"/>
            <a:ext cx="47427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9:  </a:t>
            </a:r>
            <a:r>
              <a:rPr lang="en-US" altLang="en-US" baseline="0" dirty="0">
                <a:latin typeface="Times New Roman" panose="02020603050405020304" pitchFamily="18" charset="0"/>
              </a:rPr>
              <a:t>Configuration and addresses in a </a:t>
            </a:r>
            <a:r>
              <a:rPr lang="en-US" altLang="en-US" baseline="0" dirty="0" err="1">
                <a:latin typeface="Times New Roman" panose="02020603050405020304" pitchFamily="18" charset="0"/>
              </a:rPr>
              <a:t>subnetted</a:t>
            </a:r>
            <a:r>
              <a:rPr lang="en-US" altLang="en-US" baseline="0" dirty="0">
                <a:latin typeface="Times New Roman" panose="02020603050405020304" pitchFamily="18" charset="0"/>
              </a:rPr>
              <a:t> network</a:t>
            </a:r>
          </a:p>
        </p:txBody>
      </p:sp>
      <p:sp>
        <p:nvSpPr>
          <p:cNvPr id="5" name="Text Box 10">
            <a:extLst>
              <a:ext uri="{FF2B5EF4-FFF2-40B4-BE49-F238E27FC236}">
                <a16:creationId xmlns:a16="http://schemas.microsoft.com/office/drawing/2014/main" id="{3D013ACA-1780-441A-1095-898E4EFA5151}"/>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
            <a:extLst>
              <a:ext uri="{FF2B5EF4-FFF2-40B4-BE49-F238E27FC236}">
                <a16:creationId xmlns:a16="http://schemas.microsoft.com/office/drawing/2014/main" id="{DB8CF879-AD88-736C-694B-D742144F2972}"/>
              </a:ext>
            </a:extLst>
          </p:cNvPr>
          <p:cNvSpPr txBox="1">
            <a:spLocks noChangeArrowheads="1"/>
          </p:cNvSpPr>
          <p:nvPr/>
        </p:nvSpPr>
        <p:spPr bwMode="auto">
          <a:xfrm>
            <a:off x="305438" y="523986"/>
            <a:ext cx="506420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Three-level hierarchy in an </a:t>
            </a:r>
          </a:p>
          <a:p>
            <a:r>
              <a:rPr lang="en-US" altLang="en-US" baseline="0" dirty="0">
                <a:latin typeface="Times New Roman" panose="02020603050405020304" pitchFamily="18" charset="0"/>
              </a:rPr>
              <a:t>IPv4 address</a:t>
            </a:r>
          </a:p>
        </p:txBody>
      </p:sp>
      <p:pic>
        <p:nvPicPr>
          <p:cNvPr id="40963" name="Picture 6">
            <a:extLst>
              <a:ext uri="{FF2B5EF4-FFF2-40B4-BE49-F238E27FC236}">
                <a16:creationId xmlns:a16="http://schemas.microsoft.com/office/drawing/2014/main" id="{14FB4D78-0D49-EDE8-7EA9-B73CB3DD7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2338633"/>
            <a:ext cx="829945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2BA6BAA4-0665-92D1-BC58-2F5B4AE6BAC6}"/>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47</a:t>
            </a:fld>
            <a:endParaRPr lang="en-US"/>
          </a:p>
        </p:txBody>
      </p:sp>
      <p:sp>
        <p:nvSpPr>
          <p:cNvPr id="2" name="Text Box 4">
            <a:extLst>
              <a:ext uri="{FF2B5EF4-FFF2-40B4-BE49-F238E27FC236}">
                <a16:creationId xmlns:a16="http://schemas.microsoft.com/office/drawing/2014/main" id="{5DC0B154-C645-C14B-AEA0-484EF09AF526}"/>
              </a:ext>
            </a:extLst>
          </p:cNvPr>
          <p:cNvSpPr txBox="1">
            <a:spLocks noChangeArrowheads="1"/>
          </p:cNvSpPr>
          <p:nvPr/>
        </p:nvSpPr>
        <p:spPr bwMode="auto">
          <a:xfrm>
            <a:off x="2310105" y="4406324"/>
            <a:ext cx="41566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i="0" baseline="0" dirty="0">
                <a:solidFill>
                  <a:schemeClr val="folHlink"/>
                </a:solidFill>
                <a:latin typeface="Times" panose="02020603050405020304" pitchFamily="18" charset="0"/>
                <a:cs typeface="Times" panose="02020603050405020304" pitchFamily="18" charset="0"/>
              </a:rPr>
              <a:t>Figure 10:  </a:t>
            </a:r>
            <a:r>
              <a:rPr lang="en-US" altLang="en-US" i="1" baseline="0" dirty="0">
                <a:latin typeface="Times New Roman" panose="02020603050405020304" pitchFamily="18" charset="0"/>
              </a:rPr>
              <a:t>Three-level hierarchy in an  IPv4 address</a:t>
            </a:r>
          </a:p>
        </p:txBody>
      </p:sp>
      <p:sp>
        <p:nvSpPr>
          <p:cNvPr id="4" name="Google Shape;106;p2">
            <a:extLst>
              <a:ext uri="{FF2B5EF4-FFF2-40B4-BE49-F238E27FC236}">
                <a16:creationId xmlns:a16="http://schemas.microsoft.com/office/drawing/2014/main" id="{527D3F57-BC6A-F436-774E-2AAB3759805C}"/>
              </a:ext>
            </a:extLst>
          </p:cNvPr>
          <p:cNvSpPr txBox="1">
            <a:spLocks noGrp="1"/>
          </p:cNvSpPr>
          <p:nvPr/>
        </p:nvSpPr>
        <p:spPr>
          <a:xfrm>
            <a:off x="2008401" y="6366930"/>
            <a:ext cx="4939156" cy="3646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lnSpc>
                <a:spcPct val="100000"/>
              </a:lnSpc>
              <a:spcBef>
                <a:spcPts val="0"/>
              </a:spcBef>
              <a:spcAft>
                <a:spcPts val="0"/>
              </a:spcAft>
              <a:buSzPts val="1400"/>
              <a:buNone/>
            </a:pPr>
            <a:r>
              <a:rPr lang="en-US" sz="1400" dirty="0">
                <a:latin typeface="Times New Roman"/>
                <a:ea typeface="Times New Roman"/>
                <a:cs typeface="Times New Roman"/>
                <a:sym typeface="Times New Roman"/>
              </a:rPr>
              <a:t>Computer Networks               </a:t>
            </a:r>
            <a:endParaRPr sz="1400" b="0" strike="noStrike" dirty="0">
              <a:solidFill>
                <a:srgbClr val="0070C0"/>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280EE9-AE3E-098D-FFAB-24F509484017}"/>
              </a:ext>
            </a:extLst>
          </p:cNvPr>
          <p:cNvSpPr txBox="1"/>
          <p:nvPr/>
        </p:nvSpPr>
        <p:spPr>
          <a:xfrm>
            <a:off x="807555" y="934782"/>
            <a:ext cx="8028332"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Given IP address 182.168.1.0/20, calculate: • Number of subnets • Number of hosts per subnet • Valid host range for the first subnet</a:t>
            </a:r>
            <a:endParaRPr lang="en-IN" dirty="0">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id="{057BB247-1ED5-171E-C24E-ED601BBD09B8}"/>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57CAF5-C139-3FA1-9DD1-6FF163BC55BB}"/>
                  </a:ext>
                </a:extLst>
              </p:cNvPr>
              <p:cNvSpPr txBox="1"/>
              <p:nvPr/>
            </p:nvSpPr>
            <p:spPr>
              <a:xfrm>
                <a:off x="290719" y="1827423"/>
                <a:ext cx="4072387" cy="147732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1) Number of subnets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Default mask for Class B = </a:t>
                </a:r>
                <a:r>
                  <a:rPr lang="en-IN" b="1" dirty="0">
                    <a:latin typeface="Times New Roman" panose="02020603050405020304" pitchFamily="18" charset="0"/>
                    <a:cs typeface="Times New Roman" panose="02020603050405020304" pitchFamily="18" charset="0"/>
                  </a:rPr>
                  <a:t>/16</a:t>
                </a:r>
                <a:r>
                  <a:rPr lang="en-IN"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Given mask = </a:t>
                </a:r>
                <a:r>
                  <a:rPr lang="en-IN" b="1" dirty="0">
                    <a:latin typeface="Times New Roman" panose="02020603050405020304" pitchFamily="18" charset="0"/>
                    <a:cs typeface="Times New Roman" panose="02020603050405020304" pitchFamily="18" charset="0"/>
                  </a:rPr>
                  <a:t>/20</a:t>
                </a:r>
                <a:r>
                  <a:rPr lang="en-IN"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Borrowed bits = 20 − 16 = </a:t>
                </a:r>
                <a:r>
                  <a:rPr lang="en-IN" b="1" dirty="0">
                    <a:latin typeface="Times New Roman" panose="02020603050405020304" pitchFamily="18" charset="0"/>
                    <a:cs typeface="Times New Roman" panose="02020603050405020304" pitchFamily="18" charset="0"/>
                  </a:rPr>
                  <a:t>4 bits</a:t>
                </a:r>
                <a:r>
                  <a:rPr lang="en-IN"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Number of subnets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0">
                            <a:latin typeface="Cambria Math" panose="02040503050406030204" pitchFamily="18" charset="0"/>
                          </a:rPr>
                          <m:t>4</m:t>
                        </m:r>
                      </m:sup>
                    </m:sSup>
                    <m:r>
                      <a:rPr lang="ar-AE" i="0">
                        <a:latin typeface="Cambria Math" panose="02040503050406030204" pitchFamily="18" charset="0"/>
                      </a:rPr>
                      <m:t>=</m:t>
                    </m:r>
                    <m:r>
                      <a:rPr lang="ar-AE" i="0">
                        <a:latin typeface="Cambria Math" panose="02040503050406030204" pitchFamily="18" charset="0"/>
                      </a:rPr>
                      <m:t>16</m:t>
                    </m:r>
                  </m:oMath>
                </a14:m>
                <a:endParaRPr lang="ar-AE"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457CAF5-C139-3FA1-9DD1-6FF163BC55BB}"/>
                  </a:ext>
                </a:extLst>
              </p:cNvPr>
              <p:cNvSpPr txBox="1">
                <a:spLocks noRot="1" noChangeAspect="1" noMove="1" noResize="1" noEditPoints="1" noAdjustHandles="1" noChangeArrowheads="1" noChangeShapeType="1" noTextEdit="1"/>
              </p:cNvSpPr>
              <p:nvPr/>
            </p:nvSpPr>
            <p:spPr>
              <a:xfrm>
                <a:off x="290719" y="1827423"/>
                <a:ext cx="4072387" cy="1477328"/>
              </a:xfrm>
              <a:prstGeom prst="rect">
                <a:avLst/>
              </a:prstGeom>
              <a:blipFill>
                <a:blip r:embed="rId2"/>
                <a:stretch>
                  <a:fillRect l="-1347" t="-2479" b="-57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88205BA-6417-7399-DC48-65F0A40289B4}"/>
                  </a:ext>
                </a:extLst>
              </p:cNvPr>
              <p:cNvSpPr txBox="1"/>
              <p:nvPr/>
            </p:nvSpPr>
            <p:spPr>
              <a:xfrm>
                <a:off x="4276313" y="1817484"/>
                <a:ext cx="4576968" cy="120032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2) Number of hosts per subnet</a:t>
                </a:r>
              </a:p>
              <a:p>
                <a:pPr lvl="1"/>
                <a:r>
                  <a:rPr lang="en-IN" dirty="0">
                    <a:latin typeface="Times New Roman" panose="02020603050405020304" pitchFamily="18" charset="0"/>
                    <a:cs typeface="Times New Roman" panose="02020603050405020304" pitchFamily="18" charset="0"/>
                  </a:rPr>
                  <a:t>Host bits = 32 − 20 = </a:t>
                </a:r>
                <a:r>
                  <a:rPr lang="en-IN" b="1" dirty="0">
                    <a:latin typeface="Times New Roman" panose="02020603050405020304" pitchFamily="18" charset="0"/>
                    <a:cs typeface="Times New Roman" panose="02020603050405020304" pitchFamily="18" charset="0"/>
                  </a:rPr>
                  <a:t>12 bits</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Total addresses per subnet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0">
                            <a:latin typeface="Cambria Math" panose="02040503050406030204" pitchFamily="18" charset="0"/>
                          </a:rPr>
                          <m:t>12</m:t>
                        </m:r>
                      </m:sup>
                    </m:sSup>
                    <m:r>
                      <a:rPr lang="ar-AE" i="0">
                        <a:latin typeface="Cambria Math" panose="02040503050406030204" pitchFamily="18" charset="0"/>
                      </a:rPr>
                      <m:t>=</m:t>
                    </m:r>
                    <m:r>
                      <a:rPr lang="ar-AE" i="0">
                        <a:latin typeface="Cambria Math" panose="02040503050406030204" pitchFamily="18" charset="0"/>
                      </a:rPr>
                      <m:t>4096</m:t>
                    </m:r>
                  </m:oMath>
                </a14:m>
                <a:br>
                  <a:rPr lang="ar-AE"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Usable hosts = 4096 − 2</a:t>
                </a:r>
              </a:p>
            </p:txBody>
          </p:sp>
        </mc:Choice>
        <mc:Fallback xmlns="">
          <p:sp>
            <p:nvSpPr>
              <p:cNvPr id="8" name="TextBox 7">
                <a:extLst>
                  <a:ext uri="{FF2B5EF4-FFF2-40B4-BE49-F238E27FC236}">
                    <a16:creationId xmlns:a16="http://schemas.microsoft.com/office/drawing/2014/main" id="{C88205BA-6417-7399-DC48-65F0A40289B4}"/>
                  </a:ext>
                </a:extLst>
              </p:cNvPr>
              <p:cNvSpPr txBox="1">
                <a:spLocks noRot="1" noChangeAspect="1" noMove="1" noResize="1" noEditPoints="1" noAdjustHandles="1" noChangeArrowheads="1" noChangeShapeType="1" noTextEdit="1"/>
              </p:cNvSpPr>
              <p:nvPr/>
            </p:nvSpPr>
            <p:spPr>
              <a:xfrm>
                <a:off x="4276313" y="1817484"/>
                <a:ext cx="4576968" cy="1200329"/>
              </a:xfrm>
              <a:prstGeom prst="rect">
                <a:avLst/>
              </a:prstGeom>
              <a:blipFill>
                <a:blip r:embed="rId3"/>
                <a:stretch>
                  <a:fillRect l="-1065" t="-2538" b="-7107"/>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3536BCE5-F89F-9031-FE56-62A685914BC9}"/>
              </a:ext>
            </a:extLst>
          </p:cNvPr>
          <p:cNvSpPr txBox="1"/>
          <p:nvPr/>
        </p:nvSpPr>
        <p:spPr>
          <a:xfrm>
            <a:off x="419364" y="3264123"/>
            <a:ext cx="6031131" cy="286232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3) Valid host range for the first subnet</a:t>
            </a:r>
          </a:p>
          <a:p>
            <a:pPr>
              <a:buNone/>
            </a:pPr>
            <a:r>
              <a:rPr lang="en-US" dirty="0">
                <a:latin typeface="Times New Roman" panose="02020603050405020304" pitchFamily="18" charset="0"/>
                <a:cs typeface="Times New Roman" panose="02020603050405020304" pitchFamily="18" charset="0"/>
              </a:rPr>
              <a:t>Block size = </a:t>
            </a:r>
            <a:r>
              <a:rPr lang="en-US" b="1" dirty="0">
                <a:latin typeface="Times New Roman" panose="02020603050405020304" pitchFamily="18" charset="0"/>
                <a:cs typeface="Times New Roman" panose="02020603050405020304" pitchFamily="18" charset="0"/>
              </a:rPr>
              <a:t>16</a:t>
            </a:r>
            <a:r>
              <a:rPr lang="en-US" dirty="0">
                <a:latin typeface="Times New Roman" panose="02020603050405020304" pitchFamily="18" charset="0"/>
                <a:cs typeface="Times New Roman" panose="02020603050405020304" pitchFamily="18" charset="0"/>
              </a:rPr>
              <a:t> in the third octet (because /20)</a:t>
            </a:r>
          </a:p>
          <a:p>
            <a:pPr>
              <a:buNone/>
            </a:pPr>
            <a:r>
              <a:rPr lang="en-US" dirty="0">
                <a:latin typeface="Times New Roman" panose="02020603050405020304" pitchFamily="18" charset="0"/>
                <a:cs typeface="Times New Roman" panose="02020603050405020304" pitchFamily="18" charset="0"/>
              </a:rPr>
              <a:t>Subnets start from:</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182.168.0.0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182.168.16.0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182.168.32.0 … </a:t>
            </a:r>
          </a:p>
          <a:p>
            <a:pPr>
              <a:buNone/>
            </a:pPr>
            <a:r>
              <a:rPr lang="en-US" dirty="0">
                <a:latin typeface="Times New Roman" panose="02020603050405020304" pitchFamily="18" charset="0"/>
                <a:cs typeface="Times New Roman" panose="02020603050405020304" pitchFamily="18" charset="0"/>
              </a:rPr>
              <a:t>First subnet:</a:t>
            </a:r>
          </a:p>
          <a:p>
            <a:pPr lvl="1"/>
            <a:r>
              <a:rPr lang="en-US" dirty="0">
                <a:latin typeface="Times New Roman" panose="02020603050405020304" pitchFamily="18" charset="0"/>
                <a:cs typeface="Times New Roman" panose="02020603050405020304" pitchFamily="18" charset="0"/>
              </a:rPr>
              <a:t>Network address: </a:t>
            </a:r>
            <a:r>
              <a:rPr lang="en-US" b="1" dirty="0">
                <a:latin typeface="Times New Roman" panose="02020603050405020304" pitchFamily="18" charset="0"/>
                <a:cs typeface="Times New Roman" panose="02020603050405020304" pitchFamily="18" charset="0"/>
              </a:rPr>
              <a:t>182.168.0.0</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Broadcast address: </a:t>
            </a:r>
            <a:r>
              <a:rPr lang="en-US" b="1" dirty="0">
                <a:latin typeface="Times New Roman" panose="02020603050405020304" pitchFamily="18" charset="0"/>
                <a:cs typeface="Times New Roman" panose="02020603050405020304" pitchFamily="18" charset="0"/>
              </a:rPr>
              <a:t>182.168.15.255</a:t>
            </a: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Valid host range: </a:t>
            </a:r>
            <a:r>
              <a:rPr lang="en-US" b="1" dirty="0">
                <a:latin typeface="Times New Roman" panose="02020603050405020304" pitchFamily="18" charset="0"/>
                <a:cs typeface="Times New Roman" panose="02020603050405020304" pitchFamily="18" charset="0"/>
              </a:rPr>
              <a:t>182.168.0.1 to 182.168.15.254</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7551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EB59-1E58-2EFD-97DE-88DA4B1EB4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865072-0612-5A9B-F489-00540DC7C853}"/>
              </a:ext>
            </a:extLst>
          </p:cNvPr>
          <p:cNvSpPr txBox="1"/>
          <p:nvPr/>
        </p:nvSpPr>
        <p:spPr>
          <a:xfrm>
            <a:off x="807555" y="934782"/>
            <a:ext cx="8028332"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Given IP address 192.16.0.0/26, calculate: • Number of subnets • Number of hosts per subnet • Subnet mask in dotted decimal form</a:t>
            </a:r>
          </a:p>
          <a:p>
            <a:endParaRPr lang="en-IN" dirty="0">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id="{937D6581-1499-5003-08F1-42A5F7D25517}"/>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p:sp>
        <p:nvSpPr>
          <p:cNvPr id="6" name="TextBox 5">
            <a:extLst>
              <a:ext uri="{FF2B5EF4-FFF2-40B4-BE49-F238E27FC236}">
                <a16:creationId xmlns:a16="http://schemas.microsoft.com/office/drawing/2014/main" id="{2FC23C18-076A-213C-384C-506D693CAF75}"/>
              </a:ext>
            </a:extLst>
          </p:cNvPr>
          <p:cNvSpPr txBox="1"/>
          <p:nvPr/>
        </p:nvSpPr>
        <p:spPr>
          <a:xfrm>
            <a:off x="290719" y="1827423"/>
            <a:ext cx="8853281" cy="341632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Default Class of Address: Class C     subnet mask 24 bits</a:t>
            </a:r>
          </a:p>
          <a:p>
            <a:r>
              <a:rPr lang="en-IN" b="1" dirty="0">
                <a:latin typeface="Times New Roman" panose="02020603050405020304" pitchFamily="18" charset="0"/>
                <a:cs typeface="Times New Roman" panose="02020603050405020304" pitchFamily="18" charset="0"/>
              </a:rPr>
              <a:t>Number of subnets</a:t>
            </a:r>
          </a:p>
          <a:p>
            <a:r>
              <a:rPr lang="en-IN" dirty="0">
                <a:latin typeface="Times New Roman" panose="02020603050405020304" pitchFamily="18" charset="0"/>
                <a:cs typeface="Times New Roman" panose="02020603050405020304" pitchFamily="18" charset="0"/>
              </a:rPr>
              <a:t>               bits in subnet mask 26    </a:t>
            </a:r>
          </a:p>
          <a:p>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Borrowed bits = 26 − 24 = 2 </a:t>
            </a:r>
          </a:p>
          <a:p>
            <a:r>
              <a:rPr lang="en-US" dirty="0">
                <a:latin typeface="Times New Roman" panose="02020603050405020304" pitchFamily="18" charset="0"/>
                <a:cs typeface="Times New Roman" panose="02020603050405020304" pitchFamily="18" charset="0"/>
              </a:rPr>
              <a:t>               Number of subnets = 2² = 4</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Number of hosts per subnet</a:t>
            </a:r>
          </a:p>
          <a:p>
            <a:pPr lvl="2"/>
            <a:r>
              <a:rPr lang="en-IN" dirty="0">
                <a:latin typeface="Times New Roman" panose="02020603050405020304" pitchFamily="18" charset="0"/>
                <a:cs typeface="Times New Roman" panose="02020603050405020304" pitchFamily="18" charset="0"/>
              </a:rPr>
              <a:t>Host bits = 32 − 26 = 6</a:t>
            </a:r>
          </a:p>
          <a:p>
            <a:pPr lvl="2"/>
            <a:r>
              <a:rPr lang="en-IN" dirty="0">
                <a:latin typeface="Times New Roman" panose="02020603050405020304" pitchFamily="18" charset="0"/>
                <a:cs typeface="Times New Roman" panose="02020603050405020304" pitchFamily="18" charset="0"/>
              </a:rPr>
              <a:t>Total hosts = 2⁶ = 64</a:t>
            </a:r>
          </a:p>
          <a:p>
            <a:pPr lvl="2"/>
            <a:r>
              <a:rPr lang="en-IN" dirty="0">
                <a:latin typeface="Times New Roman" panose="02020603050405020304" pitchFamily="18" charset="0"/>
                <a:cs typeface="Times New Roman" panose="02020603050405020304" pitchFamily="18" charset="0"/>
              </a:rPr>
              <a:t>Usable hosts = 64 − 2 = 62</a:t>
            </a:r>
          </a:p>
          <a:p>
            <a:r>
              <a:rPr lang="en-US" b="1" dirty="0">
                <a:latin typeface="Times New Roman" panose="02020603050405020304" pitchFamily="18" charset="0"/>
                <a:cs typeface="Times New Roman" panose="02020603050405020304" pitchFamily="18" charset="0"/>
              </a:rPr>
              <a:t>Subnet mask in dotted decimal form</a:t>
            </a:r>
          </a:p>
          <a:p>
            <a:pPr lvl="2"/>
            <a:r>
              <a:rPr lang="en-IN" dirty="0">
                <a:latin typeface="Times New Roman" panose="02020603050405020304" pitchFamily="18" charset="0"/>
                <a:cs typeface="Times New Roman" panose="02020603050405020304" pitchFamily="18" charset="0"/>
              </a:rPr>
              <a:t>11111111.11111111.11111111.11000000</a:t>
            </a:r>
          </a:p>
          <a:p>
            <a:pPr lvl="2"/>
            <a:r>
              <a:rPr lang="en-IN" dirty="0">
                <a:latin typeface="Times New Roman" panose="02020603050405020304" pitchFamily="18" charset="0"/>
                <a:cs typeface="Times New Roman" panose="02020603050405020304" pitchFamily="18" charset="0"/>
              </a:rPr>
              <a:t>Subnet mask = 255.255.255.192</a:t>
            </a:r>
          </a:p>
        </p:txBody>
      </p:sp>
    </p:spTree>
    <p:extLst>
      <p:ext uri="{BB962C8B-B14F-4D97-AF65-F5344CB8AC3E}">
        <p14:creationId xmlns:p14="http://schemas.microsoft.com/office/powerpoint/2010/main" val="205855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a:extLst>
              <a:ext uri="{FF2B5EF4-FFF2-40B4-BE49-F238E27FC236}">
                <a16:creationId xmlns:a16="http://schemas.microsoft.com/office/drawing/2014/main" id="{463D31A7-EE5F-62F6-0C2C-45F649BB8246}"/>
              </a:ext>
            </a:extLst>
          </p:cNvPr>
          <p:cNvSpPr>
            <a:spLocks noChangeArrowheads="1"/>
          </p:cNvSpPr>
          <p:nvPr/>
        </p:nvSpPr>
        <p:spPr bwMode="auto">
          <a:xfrm>
            <a:off x="228600" y="1167352"/>
            <a:ext cx="8686800" cy="23083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0" baseline="0" dirty="0">
                <a:latin typeface="Times New Roman" panose="02020603050405020304" pitchFamily="18" charset="0"/>
              </a:rPr>
              <a:t>An ISP is granted a block of addresses starting with 190.100.0.0/16 (65,536 addresses). The ISP needs to distribute these addresses to three groups of customers as follows:</a:t>
            </a:r>
          </a:p>
          <a:p>
            <a:pPr algn="just"/>
            <a:endParaRPr lang="en-US" altLang="en-US" sz="1800" b="0" baseline="0" dirty="0">
              <a:latin typeface="Times New Roman" panose="02020603050405020304" pitchFamily="18" charset="0"/>
            </a:endParaRPr>
          </a:p>
          <a:p>
            <a:pPr algn="just"/>
            <a:r>
              <a:rPr lang="en-US" altLang="en-US" sz="1800" b="0" baseline="0" dirty="0">
                <a:solidFill>
                  <a:schemeClr val="hlink"/>
                </a:solidFill>
                <a:latin typeface="Times New Roman" panose="02020603050405020304" pitchFamily="18" charset="0"/>
              </a:rPr>
              <a:t>a.</a:t>
            </a:r>
            <a:r>
              <a:rPr lang="en-US" altLang="en-US" sz="1800" b="0" baseline="0" dirty="0">
                <a:latin typeface="Times New Roman" panose="02020603050405020304" pitchFamily="18" charset="0"/>
              </a:rPr>
              <a:t> The first group has 64 customers; each needs 256 addresses.</a:t>
            </a:r>
          </a:p>
          <a:p>
            <a:pPr algn="just"/>
            <a:r>
              <a:rPr lang="en-US" altLang="en-US" sz="1800" b="0" baseline="0" dirty="0">
                <a:solidFill>
                  <a:schemeClr val="hlink"/>
                </a:solidFill>
                <a:latin typeface="Times New Roman" panose="02020603050405020304" pitchFamily="18" charset="0"/>
              </a:rPr>
              <a:t>b.</a:t>
            </a:r>
            <a:r>
              <a:rPr lang="en-US" altLang="en-US" sz="1800" b="0" baseline="0" dirty="0">
                <a:latin typeface="Times New Roman" panose="02020603050405020304" pitchFamily="18" charset="0"/>
              </a:rPr>
              <a:t> The second group has 128 customers; each needs 128 addresses.</a:t>
            </a:r>
          </a:p>
          <a:p>
            <a:pPr algn="just"/>
            <a:r>
              <a:rPr lang="en-US" altLang="en-US" sz="1800" b="0" baseline="0" dirty="0">
                <a:solidFill>
                  <a:schemeClr val="hlink"/>
                </a:solidFill>
                <a:latin typeface="Times New Roman" panose="02020603050405020304" pitchFamily="18" charset="0"/>
              </a:rPr>
              <a:t>c.</a:t>
            </a:r>
            <a:r>
              <a:rPr lang="en-US" altLang="en-US" sz="1800" b="0" baseline="0" dirty="0">
                <a:latin typeface="Times New Roman" panose="02020603050405020304" pitchFamily="18" charset="0"/>
              </a:rPr>
              <a:t> The third group has 128 customers; each needs 64 addresses.</a:t>
            </a:r>
          </a:p>
          <a:p>
            <a:pPr algn="just"/>
            <a:r>
              <a:rPr lang="en-US" altLang="en-US" sz="1800" b="0" baseline="0" dirty="0">
                <a:latin typeface="Times New Roman" panose="02020603050405020304" pitchFamily="18" charset="0"/>
              </a:rPr>
              <a:t>Design the subblocks and find out how many addresses are still available after these allocations.</a:t>
            </a:r>
          </a:p>
        </p:txBody>
      </p:sp>
      <p:sp>
        <p:nvSpPr>
          <p:cNvPr id="2" name="Text Box 10">
            <a:extLst>
              <a:ext uri="{FF2B5EF4-FFF2-40B4-BE49-F238E27FC236}">
                <a16:creationId xmlns:a16="http://schemas.microsoft.com/office/drawing/2014/main" id="{B812373B-63A0-2275-4024-A5DBF5B7E4A3}"/>
              </a:ext>
            </a:extLst>
          </p:cNvPr>
          <p:cNvSpPr txBox="1">
            <a:spLocks noChangeArrowheads="1"/>
          </p:cNvSpPr>
          <p:nvPr/>
        </p:nvSpPr>
        <p:spPr bwMode="auto">
          <a:xfrm>
            <a:off x="2707849" y="103697"/>
            <a:ext cx="1734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a:latin typeface="Times New Roman" panose="02020603050405020304" pitchFamily="18" charset="0"/>
              </a:rPr>
              <a:t>Example</a:t>
            </a:r>
          </a:p>
        </p:txBody>
      </p:sp>
      <p:sp>
        <p:nvSpPr>
          <p:cNvPr id="4" name="Slide Number Placeholder 3">
            <a:extLst>
              <a:ext uri="{FF2B5EF4-FFF2-40B4-BE49-F238E27FC236}">
                <a16:creationId xmlns:a16="http://schemas.microsoft.com/office/drawing/2014/main" id="{F400C1B6-EB88-51EF-65AE-C2321D9CF4A3}"/>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a:extLst>
              <a:ext uri="{FF2B5EF4-FFF2-40B4-BE49-F238E27FC236}">
                <a16:creationId xmlns:a16="http://schemas.microsoft.com/office/drawing/2014/main" id="{A4F46981-BCDB-BC7A-1D9E-1C58C439E64C}"/>
              </a:ext>
            </a:extLst>
          </p:cNvPr>
          <p:cNvSpPr>
            <a:spLocks noChangeArrowheads="1"/>
          </p:cNvSpPr>
          <p:nvPr/>
        </p:nvSpPr>
        <p:spPr bwMode="auto">
          <a:xfrm>
            <a:off x="228600" y="1050304"/>
            <a:ext cx="86868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a:solidFill>
                  <a:schemeClr val="hlink"/>
                </a:solidFill>
                <a:latin typeface="Times New Roman" panose="02020603050405020304" pitchFamily="18" charset="0"/>
                <a:cs typeface="Times New Roman" panose="02020603050405020304" pitchFamily="18" charset="0"/>
              </a:rPr>
              <a:t>Solution</a:t>
            </a:r>
          </a:p>
        </p:txBody>
      </p:sp>
      <p:sp>
        <p:nvSpPr>
          <p:cNvPr id="43011" name="Rectangle 12">
            <a:extLst>
              <a:ext uri="{FF2B5EF4-FFF2-40B4-BE49-F238E27FC236}">
                <a16:creationId xmlns:a16="http://schemas.microsoft.com/office/drawing/2014/main" id="{ABA087AB-C3EF-9C7F-0FB1-A3B73CBAFF51}"/>
              </a:ext>
            </a:extLst>
          </p:cNvPr>
          <p:cNvSpPr>
            <a:spLocks noChangeArrowheads="1"/>
          </p:cNvSpPr>
          <p:nvPr/>
        </p:nvSpPr>
        <p:spPr bwMode="auto">
          <a:xfrm>
            <a:off x="152400" y="1758887"/>
            <a:ext cx="8686800" cy="923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dirty="0">
                <a:solidFill>
                  <a:schemeClr val="hlink"/>
                </a:solidFill>
                <a:latin typeface="Times New Roman" panose="02020603050405020304" pitchFamily="18" charset="0"/>
                <a:cs typeface="Times New Roman" panose="02020603050405020304" pitchFamily="18" charset="0"/>
              </a:rPr>
              <a:t>Group 1</a:t>
            </a:r>
          </a:p>
          <a:p>
            <a:pPr algn="just"/>
            <a:r>
              <a:rPr lang="en-US" altLang="en-US" sz="1800" i="1" baseline="0" dirty="0">
                <a:latin typeface="Times New Roman" panose="02020603050405020304" pitchFamily="18" charset="0"/>
                <a:cs typeface="Times New Roman" panose="02020603050405020304" pitchFamily="18" charset="0"/>
              </a:rPr>
              <a:t>For this group, each customer needs 256 addresses. This means that 8 (log</a:t>
            </a:r>
            <a:r>
              <a:rPr lang="en-US" altLang="en-US" sz="1800" baseline="-25000" dirty="0">
                <a:latin typeface="Times New Roman" panose="02020603050405020304" pitchFamily="18" charset="0"/>
                <a:cs typeface="Times New Roman" panose="02020603050405020304" pitchFamily="18" charset="0"/>
              </a:rPr>
              <a:t>2</a:t>
            </a:r>
            <a:r>
              <a:rPr lang="en-US" altLang="en-US" sz="1800" i="1" baseline="0" dirty="0">
                <a:latin typeface="Times New Roman" panose="02020603050405020304" pitchFamily="18" charset="0"/>
                <a:cs typeface="Times New Roman" panose="02020603050405020304" pitchFamily="18" charset="0"/>
              </a:rPr>
              <a:t> 256) bits are needed to define each host. The prefix length is then 32 − 8 = 24. The addresses are</a:t>
            </a:r>
          </a:p>
        </p:txBody>
      </p:sp>
      <p:pic>
        <p:nvPicPr>
          <p:cNvPr id="43012" name="Picture 13">
            <a:extLst>
              <a:ext uri="{FF2B5EF4-FFF2-40B4-BE49-F238E27FC236}">
                <a16:creationId xmlns:a16="http://schemas.microsoft.com/office/drawing/2014/main" id="{265BB7A3-9FCC-6199-0DB3-7C23A9F6B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935" y="3228577"/>
            <a:ext cx="6250986" cy="169501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A86C19CC-0E51-D54A-FF77-3375988DC973}"/>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51</a:t>
            </a:fld>
            <a:endParaRPr lang="en-US"/>
          </a:p>
        </p:txBody>
      </p:sp>
      <p:sp>
        <p:nvSpPr>
          <p:cNvPr id="2" name="Text Box 10">
            <a:extLst>
              <a:ext uri="{FF2B5EF4-FFF2-40B4-BE49-F238E27FC236}">
                <a16:creationId xmlns:a16="http://schemas.microsoft.com/office/drawing/2014/main" id="{8F0EF48C-DF21-B189-9410-4C7AFED11171}"/>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1">
            <a:extLst>
              <a:ext uri="{FF2B5EF4-FFF2-40B4-BE49-F238E27FC236}">
                <a16:creationId xmlns:a16="http://schemas.microsoft.com/office/drawing/2014/main" id="{06A5F5AD-30BA-0320-36A6-A24AF05ED093}"/>
              </a:ext>
            </a:extLst>
          </p:cNvPr>
          <p:cNvSpPr>
            <a:spLocks noChangeArrowheads="1"/>
          </p:cNvSpPr>
          <p:nvPr/>
        </p:nvSpPr>
        <p:spPr bwMode="auto">
          <a:xfrm>
            <a:off x="152400" y="1333108"/>
            <a:ext cx="8686800" cy="923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dirty="0">
                <a:solidFill>
                  <a:schemeClr val="hlink"/>
                </a:solidFill>
                <a:latin typeface="Times New Roman" panose="02020603050405020304" pitchFamily="18" charset="0"/>
                <a:cs typeface="Times New Roman" panose="02020603050405020304" pitchFamily="18" charset="0"/>
              </a:rPr>
              <a:t>Group 2</a:t>
            </a:r>
          </a:p>
          <a:p>
            <a:pPr algn="just"/>
            <a:r>
              <a:rPr lang="en-US" altLang="en-US" sz="1800" i="1" baseline="0" dirty="0">
                <a:latin typeface="Times New Roman" panose="02020603050405020304" pitchFamily="18" charset="0"/>
                <a:cs typeface="Times New Roman" panose="02020603050405020304" pitchFamily="18" charset="0"/>
              </a:rPr>
              <a:t>For this group, each customer needs 128 addresses. This means that 7 (log</a:t>
            </a:r>
            <a:r>
              <a:rPr lang="en-US" altLang="en-US" sz="1800" baseline="-25000" dirty="0">
                <a:latin typeface="Times New Roman" panose="02020603050405020304" pitchFamily="18" charset="0"/>
                <a:cs typeface="Times New Roman" panose="02020603050405020304" pitchFamily="18" charset="0"/>
              </a:rPr>
              <a:t>2</a:t>
            </a:r>
            <a:r>
              <a:rPr lang="en-US" altLang="en-US" sz="1800" i="1" baseline="0" dirty="0">
                <a:latin typeface="Times New Roman" panose="02020603050405020304" pitchFamily="18" charset="0"/>
                <a:cs typeface="Times New Roman" panose="02020603050405020304" pitchFamily="18" charset="0"/>
              </a:rPr>
              <a:t> 128) bits are needed to define each host. The prefix length is then 32 − 7 = 25. The addresses are</a:t>
            </a:r>
          </a:p>
        </p:txBody>
      </p:sp>
      <p:pic>
        <p:nvPicPr>
          <p:cNvPr id="44035" name="Picture 13">
            <a:extLst>
              <a:ext uri="{FF2B5EF4-FFF2-40B4-BE49-F238E27FC236}">
                <a16:creationId xmlns:a16="http://schemas.microsoft.com/office/drawing/2014/main" id="{BC70315D-F756-6245-6E19-34CE239CB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827" y="2763806"/>
            <a:ext cx="5811707" cy="1649509"/>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80B97E7E-4206-61DD-7953-5BF644E9C58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52</a:t>
            </a:fld>
            <a:endParaRPr lang="en-US"/>
          </a:p>
        </p:txBody>
      </p:sp>
      <p:sp>
        <p:nvSpPr>
          <p:cNvPr id="2" name="Text Box 10">
            <a:extLst>
              <a:ext uri="{FF2B5EF4-FFF2-40B4-BE49-F238E27FC236}">
                <a16:creationId xmlns:a16="http://schemas.microsoft.com/office/drawing/2014/main" id="{AC294998-CE60-CE9C-327B-4CB365E7ED97}"/>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
            <a:extLst>
              <a:ext uri="{FF2B5EF4-FFF2-40B4-BE49-F238E27FC236}">
                <a16:creationId xmlns:a16="http://schemas.microsoft.com/office/drawing/2014/main" id="{39BE55B9-293A-485D-947E-56A789B399C2}"/>
              </a:ext>
            </a:extLst>
          </p:cNvPr>
          <p:cNvSpPr>
            <a:spLocks noChangeArrowheads="1"/>
          </p:cNvSpPr>
          <p:nvPr/>
        </p:nvSpPr>
        <p:spPr bwMode="auto">
          <a:xfrm>
            <a:off x="152400" y="944255"/>
            <a:ext cx="8686800" cy="923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i="1" baseline="0" dirty="0">
                <a:solidFill>
                  <a:schemeClr val="hlink"/>
                </a:solidFill>
                <a:latin typeface="Times New Roman" panose="02020603050405020304" pitchFamily="18" charset="0"/>
              </a:rPr>
              <a:t>Group 3</a:t>
            </a:r>
          </a:p>
          <a:p>
            <a:pPr algn="just"/>
            <a:r>
              <a:rPr lang="en-US" altLang="en-US" sz="1800" i="1" baseline="0" dirty="0">
                <a:latin typeface="Times New Roman" panose="02020603050405020304" pitchFamily="18" charset="0"/>
              </a:rPr>
              <a:t>For this group, each customer needs 64 addresses. This means that 6 (log</a:t>
            </a:r>
            <a:r>
              <a:rPr lang="en-US" altLang="en-US" sz="1800" i="1" baseline="-16000" dirty="0">
                <a:latin typeface="Times New Roman" panose="02020603050405020304" pitchFamily="18" charset="0"/>
              </a:rPr>
              <a:t>2</a:t>
            </a:r>
            <a:r>
              <a:rPr lang="en-US" altLang="en-US" sz="1800" i="1" baseline="0" dirty="0">
                <a:latin typeface="Times New Roman" panose="02020603050405020304" pitchFamily="18" charset="0"/>
              </a:rPr>
              <a:t>64) bits are needed to each host. The prefix length is then 32 − 6 = 26. The addresses are</a:t>
            </a:r>
          </a:p>
        </p:txBody>
      </p:sp>
      <p:pic>
        <p:nvPicPr>
          <p:cNvPr id="45059" name="Picture 12">
            <a:extLst>
              <a:ext uri="{FF2B5EF4-FFF2-40B4-BE49-F238E27FC236}">
                <a16:creationId xmlns:a16="http://schemas.microsoft.com/office/drawing/2014/main" id="{78D34BD4-C4E4-F6AF-8584-D882B6041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938" y="2260680"/>
            <a:ext cx="5771414" cy="158938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45060" name="Rectangle 13">
            <a:extLst>
              <a:ext uri="{FF2B5EF4-FFF2-40B4-BE49-F238E27FC236}">
                <a16:creationId xmlns:a16="http://schemas.microsoft.com/office/drawing/2014/main" id="{A929F1E0-C4F3-A2A2-2DB9-F3F9DC14E9A8}"/>
              </a:ext>
            </a:extLst>
          </p:cNvPr>
          <p:cNvSpPr>
            <a:spLocks noChangeArrowheads="1"/>
          </p:cNvSpPr>
          <p:nvPr/>
        </p:nvSpPr>
        <p:spPr bwMode="auto">
          <a:xfrm>
            <a:off x="152400" y="4774662"/>
            <a:ext cx="8686800" cy="923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0" baseline="0" dirty="0">
                <a:latin typeface="Times New Roman" panose="02020603050405020304" pitchFamily="18" charset="0"/>
              </a:rPr>
              <a:t>Number of granted addresses to the ISP: 65,536</a:t>
            </a:r>
          </a:p>
          <a:p>
            <a:pPr algn="just"/>
            <a:r>
              <a:rPr lang="en-US" altLang="en-US" sz="1800" b="0" baseline="0" dirty="0">
                <a:latin typeface="Times New Roman" panose="02020603050405020304" pitchFamily="18" charset="0"/>
              </a:rPr>
              <a:t>Number of allocated addresses by the ISP: 40,960</a:t>
            </a:r>
          </a:p>
          <a:p>
            <a:pPr algn="just"/>
            <a:r>
              <a:rPr lang="en-US" altLang="en-US" sz="1800" b="0" baseline="0" dirty="0">
                <a:latin typeface="Times New Roman" panose="02020603050405020304" pitchFamily="18" charset="0"/>
              </a:rPr>
              <a:t>Number of available addresses: 24,576</a:t>
            </a:r>
          </a:p>
        </p:txBody>
      </p:sp>
      <p:sp>
        <p:nvSpPr>
          <p:cNvPr id="3" name="Slide Number Placeholder 3">
            <a:extLst>
              <a:ext uri="{FF2B5EF4-FFF2-40B4-BE49-F238E27FC236}">
                <a16:creationId xmlns:a16="http://schemas.microsoft.com/office/drawing/2014/main" id="{35E63978-4F07-A0F8-ED70-401BF635449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53</a:t>
            </a:fld>
            <a:endParaRPr lang="en-US"/>
          </a:p>
        </p:txBody>
      </p:sp>
      <p:sp>
        <p:nvSpPr>
          <p:cNvPr id="2" name="Text Box 10">
            <a:extLst>
              <a:ext uri="{FF2B5EF4-FFF2-40B4-BE49-F238E27FC236}">
                <a16:creationId xmlns:a16="http://schemas.microsoft.com/office/drawing/2014/main" id="{1B271A15-8036-C54C-F79D-11EA612CF528}"/>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Picture 7">
            <a:extLst>
              <a:ext uri="{FF2B5EF4-FFF2-40B4-BE49-F238E27FC236}">
                <a16:creationId xmlns:a16="http://schemas.microsoft.com/office/drawing/2014/main" id="{8A00BC2D-5FCC-0C96-0A8A-BF805961A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48" y="1412859"/>
            <a:ext cx="8428037"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878B1568-A813-F111-D603-668C465F0EA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54</a:t>
            </a:fld>
            <a:endParaRPr lang="en-US"/>
          </a:p>
        </p:txBody>
      </p:sp>
      <p:sp>
        <p:nvSpPr>
          <p:cNvPr id="2" name="Text Box 4">
            <a:extLst>
              <a:ext uri="{FF2B5EF4-FFF2-40B4-BE49-F238E27FC236}">
                <a16:creationId xmlns:a16="http://schemas.microsoft.com/office/drawing/2014/main" id="{5259A3CC-874F-7F69-48AD-5C141B43874B}"/>
              </a:ext>
            </a:extLst>
          </p:cNvPr>
          <p:cNvSpPr txBox="1">
            <a:spLocks noChangeArrowheads="1"/>
          </p:cNvSpPr>
          <p:nvPr/>
        </p:nvSpPr>
        <p:spPr bwMode="auto">
          <a:xfrm>
            <a:off x="1397751" y="5709208"/>
            <a:ext cx="53415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baseline="0" dirty="0">
                <a:solidFill>
                  <a:schemeClr val="folHlink"/>
                </a:solidFill>
                <a:latin typeface="Times" panose="02020603050405020304" pitchFamily="18" charset="0"/>
                <a:cs typeface="Times" panose="02020603050405020304" pitchFamily="18" charset="0"/>
              </a:rPr>
              <a:t>Figure 11:  </a:t>
            </a:r>
            <a:r>
              <a:rPr lang="en-US" altLang="en-US" sz="1400" baseline="0" dirty="0">
                <a:latin typeface="Times New Roman" panose="02020603050405020304" pitchFamily="18" charset="0"/>
              </a:rPr>
              <a:t>An example of address allocation and distribution by an ISP</a:t>
            </a:r>
          </a:p>
        </p:txBody>
      </p:sp>
      <p:sp>
        <p:nvSpPr>
          <p:cNvPr id="4" name="Text Box 10">
            <a:extLst>
              <a:ext uri="{FF2B5EF4-FFF2-40B4-BE49-F238E27FC236}">
                <a16:creationId xmlns:a16="http://schemas.microsoft.com/office/drawing/2014/main" id="{AB4F0C48-6351-9061-F374-EE1AADDDAF4B}"/>
              </a:ext>
            </a:extLst>
          </p:cNvPr>
          <p:cNvSpPr txBox="1">
            <a:spLocks noChangeArrowheads="1"/>
          </p:cNvSpPr>
          <p:nvPr/>
        </p:nvSpPr>
        <p:spPr bwMode="auto">
          <a:xfrm>
            <a:off x="1831155" y="103697"/>
            <a:ext cx="3191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Example (contd.)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a:extLst>
              <a:ext uri="{FF2B5EF4-FFF2-40B4-BE49-F238E27FC236}">
                <a16:creationId xmlns:a16="http://schemas.microsoft.com/office/drawing/2014/main" id="{6771E583-1E2F-2412-18B0-E48341A35A78}"/>
              </a:ext>
            </a:extLst>
          </p:cNvPr>
          <p:cNvSpPr>
            <a:spLocks noChangeArrowheads="1"/>
          </p:cNvSpPr>
          <p:nvPr/>
        </p:nvSpPr>
        <p:spPr bwMode="auto">
          <a:xfrm>
            <a:off x="228600" y="1143000"/>
            <a:ext cx="86868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aseline="0">
                <a:latin typeface="Times New Roman" panose="02020603050405020304" pitchFamily="18" charset="0"/>
              </a:rPr>
              <a:t>Change the following IPv4 addresses from binary notation to dotted-decimal notation.</a:t>
            </a:r>
          </a:p>
        </p:txBody>
      </p:sp>
      <p:pic>
        <p:nvPicPr>
          <p:cNvPr id="6148" name="Picture 12">
            <a:extLst>
              <a:ext uri="{FF2B5EF4-FFF2-40B4-BE49-F238E27FC236}">
                <a16:creationId xmlns:a16="http://schemas.microsoft.com/office/drawing/2014/main" id="{2524EBC6-ABB2-F31C-DCEE-F0BD3043E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411" y="1815445"/>
            <a:ext cx="5213023" cy="660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D70E1B85-77FC-8378-D265-F606DC0BDD29}"/>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55</a:t>
            </a:fld>
            <a:endParaRPr lang="en-US"/>
          </a:p>
        </p:txBody>
      </p:sp>
      <p:sp>
        <p:nvSpPr>
          <p:cNvPr id="2" name="Text Box 10">
            <a:extLst>
              <a:ext uri="{FF2B5EF4-FFF2-40B4-BE49-F238E27FC236}">
                <a16:creationId xmlns:a16="http://schemas.microsoft.com/office/drawing/2014/main" id="{D45C92EE-A287-2D45-3AC7-AF388470789F}"/>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Tree>
    <p:extLst>
      <p:ext uri="{BB962C8B-B14F-4D97-AF65-F5344CB8AC3E}">
        <p14:creationId xmlns:p14="http://schemas.microsoft.com/office/powerpoint/2010/main" val="33235996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a:extLst>
              <a:ext uri="{FF2B5EF4-FFF2-40B4-BE49-F238E27FC236}">
                <a16:creationId xmlns:a16="http://schemas.microsoft.com/office/drawing/2014/main" id="{E25C898C-E577-CA79-FEC1-969F6D1E96F8}"/>
              </a:ext>
            </a:extLst>
          </p:cNvPr>
          <p:cNvSpPr>
            <a:spLocks noChangeArrowheads="1"/>
          </p:cNvSpPr>
          <p:nvPr/>
        </p:nvSpPr>
        <p:spPr bwMode="auto">
          <a:xfrm>
            <a:off x="228600" y="990600"/>
            <a:ext cx="86868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aseline="0" dirty="0">
                <a:latin typeface="Times New Roman" panose="02020603050405020304" pitchFamily="18" charset="0"/>
              </a:rPr>
              <a:t>Find the error, if any, in the following IPv4 addresses.</a:t>
            </a:r>
          </a:p>
        </p:txBody>
      </p:sp>
      <p:pic>
        <p:nvPicPr>
          <p:cNvPr id="8196" name="Picture 11">
            <a:extLst>
              <a:ext uri="{FF2B5EF4-FFF2-40B4-BE49-F238E27FC236}">
                <a16:creationId xmlns:a16="http://schemas.microsoft.com/office/drawing/2014/main" id="{2D1324E0-A893-D58F-8F86-9F4670E15B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671" y="1447801"/>
            <a:ext cx="2278931" cy="131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19458FB3-54DD-74C0-8D64-085913C71EA8}"/>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56</a:t>
            </a:fld>
            <a:endParaRPr lang="en-US"/>
          </a:p>
        </p:txBody>
      </p:sp>
      <p:sp>
        <p:nvSpPr>
          <p:cNvPr id="3" name="Text Box 10">
            <a:extLst>
              <a:ext uri="{FF2B5EF4-FFF2-40B4-BE49-F238E27FC236}">
                <a16:creationId xmlns:a16="http://schemas.microsoft.com/office/drawing/2014/main" id="{6F8DB3A0-365D-F813-381A-CD518A108780}"/>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Tree>
    <p:extLst>
      <p:ext uri="{BB962C8B-B14F-4D97-AF65-F5344CB8AC3E}">
        <p14:creationId xmlns:p14="http://schemas.microsoft.com/office/powerpoint/2010/main" val="15874166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a:extLst>
              <a:ext uri="{FF2B5EF4-FFF2-40B4-BE49-F238E27FC236}">
                <a16:creationId xmlns:a16="http://schemas.microsoft.com/office/drawing/2014/main" id="{9F6734DC-E8D4-5003-372F-DFEF54969376}"/>
              </a:ext>
            </a:extLst>
          </p:cNvPr>
          <p:cNvSpPr>
            <a:spLocks noChangeArrowheads="1"/>
          </p:cNvSpPr>
          <p:nvPr/>
        </p:nvSpPr>
        <p:spPr bwMode="auto">
          <a:xfrm>
            <a:off x="228600" y="1143000"/>
            <a:ext cx="8686800" cy="1754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aseline="0" dirty="0">
                <a:latin typeface="Times New Roman" panose="02020603050405020304" pitchFamily="18" charset="0"/>
              </a:rPr>
              <a:t>Find the class of each address.</a:t>
            </a:r>
          </a:p>
          <a:p>
            <a:pPr algn="just"/>
            <a:endParaRPr lang="en-US" altLang="en-US" sz="1800" baseline="0" dirty="0">
              <a:latin typeface="Times New Roman" panose="02020603050405020304" pitchFamily="18" charset="0"/>
            </a:endParaRPr>
          </a:p>
          <a:p>
            <a:pPr algn="just"/>
            <a:r>
              <a:rPr lang="en-US" altLang="en-US" sz="1800" b="0" baseline="0" dirty="0">
                <a:latin typeface="Times New Roman" panose="02020603050405020304" pitchFamily="18" charset="0"/>
              </a:rPr>
              <a:t>a.   00000001 00001011 00001011 11101111</a:t>
            </a:r>
          </a:p>
          <a:p>
            <a:pPr algn="just"/>
            <a:r>
              <a:rPr lang="en-US" altLang="en-US" sz="1800" b="0" baseline="0" dirty="0">
                <a:latin typeface="Times New Roman" panose="02020603050405020304" pitchFamily="18" charset="0"/>
              </a:rPr>
              <a:t>b.   11000001 10000011 00011011 11111111</a:t>
            </a:r>
          </a:p>
          <a:p>
            <a:pPr algn="just"/>
            <a:r>
              <a:rPr lang="en-US" altLang="en-US" sz="1800" b="0" baseline="0" dirty="0">
                <a:latin typeface="Times New Roman" panose="02020603050405020304" pitchFamily="18" charset="0"/>
              </a:rPr>
              <a:t>c.   14.23.120.8</a:t>
            </a:r>
          </a:p>
          <a:p>
            <a:pPr algn="just"/>
            <a:r>
              <a:rPr lang="en-US" altLang="en-US" sz="1800" b="0" baseline="0" dirty="0">
                <a:latin typeface="Times New Roman" panose="02020603050405020304" pitchFamily="18" charset="0"/>
              </a:rPr>
              <a:t>d.   252.5.15.111</a:t>
            </a:r>
          </a:p>
        </p:txBody>
      </p:sp>
      <p:sp>
        <p:nvSpPr>
          <p:cNvPr id="2" name="Text Box 10">
            <a:extLst>
              <a:ext uri="{FF2B5EF4-FFF2-40B4-BE49-F238E27FC236}">
                <a16:creationId xmlns:a16="http://schemas.microsoft.com/office/drawing/2014/main" id="{98E3FEFE-D1BF-5CF3-9D21-B09F59DBAC33}"/>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
        <p:nvSpPr>
          <p:cNvPr id="4" name="Slide Number Placeholder 3">
            <a:extLst>
              <a:ext uri="{FF2B5EF4-FFF2-40B4-BE49-F238E27FC236}">
                <a16:creationId xmlns:a16="http://schemas.microsoft.com/office/drawing/2014/main" id="{9AE8B3A1-AC5E-C2FF-0D18-DD3AC00D6D3E}"/>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57</a:t>
            </a:fld>
            <a:endParaRPr lang="en-US"/>
          </a:p>
        </p:txBody>
      </p:sp>
      <p:sp>
        <p:nvSpPr>
          <p:cNvPr id="3" name="Rectangle 9">
            <a:extLst>
              <a:ext uri="{FF2B5EF4-FFF2-40B4-BE49-F238E27FC236}">
                <a16:creationId xmlns:a16="http://schemas.microsoft.com/office/drawing/2014/main" id="{2DC5B027-D26A-1A1C-4864-0A5376D864D4}"/>
              </a:ext>
            </a:extLst>
          </p:cNvPr>
          <p:cNvSpPr>
            <a:spLocks noChangeArrowheads="1"/>
          </p:cNvSpPr>
          <p:nvPr/>
        </p:nvSpPr>
        <p:spPr bwMode="auto">
          <a:xfrm>
            <a:off x="228600" y="1143000"/>
            <a:ext cx="8686800" cy="1754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1800" baseline="0" dirty="0">
                <a:latin typeface="Times New Roman" panose="02020603050405020304" pitchFamily="18" charset="0"/>
              </a:rPr>
              <a:t>Find the class of each address.</a:t>
            </a:r>
          </a:p>
          <a:p>
            <a:pPr algn="just"/>
            <a:endParaRPr lang="en-US" altLang="en-US" sz="1800" baseline="0" dirty="0">
              <a:latin typeface="Times New Roman" panose="02020603050405020304" pitchFamily="18" charset="0"/>
            </a:endParaRPr>
          </a:p>
          <a:p>
            <a:pPr algn="just"/>
            <a:r>
              <a:rPr lang="en-US" altLang="en-US" sz="1800" baseline="0" dirty="0">
                <a:solidFill>
                  <a:schemeClr val="hlink"/>
                </a:solidFill>
                <a:latin typeface="Times New Roman" panose="02020603050405020304" pitchFamily="18" charset="0"/>
              </a:rPr>
              <a:t>a.</a:t>
            </a:r>
            <a:r>
              <a:rPr lang="en-US" altLang="en-US" sz="1800" baseline="0" dirty="0">
                <a:latin typeface="Times New Roman" panose="02020603050405020304" pitchFamily="18" charset="0"/>
              </a:rPr>
              <a:t>   </a:t>
            </a:r>
            <a:r>
              <a:rPr lang="en-US" altLang="en-US" sz="1800" u="sng" baseline="0" dirty="0">
                <a:solidFill>
                  <a:srgbClr val="009900"/>
                </a:solidFill>
                <a:latin typeface="Times New Roman" panose="02020603050405020304" pitchFamily="18" charset="0"/>
              </a:rPr>
              <a:t>0</a:t>
            </a:r>
            <a:r>
              <a:rPr lang="en-US" altLang="en-US" sz="1800" b="0" baseline="0" dirty="0">
                <a:latin typeface="Times New Roman" panose="02020603050405020304" pitchFamily="18" charset="0"/>
              </a:rPr>
              <a:t>0000001 00001011 00001011 11101111</a:t>
            </a:r>
          </a:p>
          <a:p>
            <a:pPr algn="just"/>
            <a:r>
              <a:rPr lang="en-US" altLang="en-US" sz="1800" baseline="0" dirty="0">
                <a:solidFill>
                  <a:schemeClr val="hlink"/>
                </a:solidFill>
                <a:latin typeface="Times New Roman" panose="02020603050405020304" pitchFamily="18" charset="0"/>
              </a:rPr>
              <a:t>b.</a:t>
            </a:r>
            <a:r>
              <a:rPr lang="en-US" altLang="en-US" sz="1800" baseline="0" dirty="0">
                <a:latin typeface="Times New Roman" panose="02020603050405020304" pitchFamily="18" charset="0"/>
              </a:rPr>
              <a:t>   </a:t>
            </a:r>
            <a:r>
              <a:rPr lang="en-US" altLang="en-US" sz="1800" u="sng" baseline="0" dirty="0">
                <a:solidFill>
                  <a:srgbClr val="009900"/>
                </a:solidFill>
                <a:latin typeface="Times New Roman" panose="02020603050405020304" pitchFamily="18" charset="0"/>
              </a:rPr>
              <a:t>110</a:t>
            </a:r>
            <a:r>
              <a:rPr lang="en-US" altLang="en-US" sz="1800" b="0" baseline="0" dirty="0">
                <a:latin typeface="Times New Roman" panose="02020603050405020304" pitchFamily="18" charset="0"/>
              </a:rPr>
              <a:t>00001 10000011 00011011 11111111</a:t>
            </a:r>
          </a:p>
          <a:p>
            <a:pPr algn="just"/>
            <a:r>
              <a:rPr lang="en-US" altLang="en-US" sz="1800" baseline="0" dirty="0">
                <a:solidFill>
                  <a:schemeClr val="hlink"/>
                </a:solidFill>
                <a:latin typeface="Times New Roman" panose="02020603050405020304" pitchFamily="18" charset="0"/>
              </a:rPr>
              <a:t>c.</a:t>
            </a:r>
            <a:r>
              <a:rPr lang="en-US" altLang="en-US" sz="1800" baseline="0" dirty="0">
                <a:latin typeface="Times New Roman" panose="02020603050405020304" pitchFamily="18" charset="0"/>
              </a:rPr>
              <a:t>   </a:t>
            </a:r>
            <a:r>
              <a:rPr lang="en-US" altLang="en-US" sz="1800" u="sng" baseline="0" dirty="0">
                <a:solidFill>
                  <a:srgbClr val="009900"/>
                </a:solidFill>
                <a:latin typeface="Times New Roman" panose="02020603050405020304" pitchFamily="18" charset="0"/>
              </a:rPr>
              <a:t>14</a:t>
            </a:r>
            <a:r>
              <a:rPr lang="en-US" altLang="en-US" sz="1800" b="0" baseline="0" dirty="0">
                <a:latin typeface="Times New Roman" panose="02020603050405020304" pitchFamily="18" charset="0"/>
              </a:rPr>
              <a:t>.23.120.8</a:t>
            </a:r>
          </a:p>
          <a:p>
            <a:pPr algn="just"/>
            <a:r>
              <a:rPr lang="en-US" altLang="en-US" sz="1800" baseline="0" dirty="0">
                <a:solidFill>
                  <a:schemeClr val="hlink"/>
                </a:solidFill>
                <a:latin typeface="Times New Roman" panose="02020603050405020304" pitchFamily="18" charset="0"/>
              </a:rPr>
              <a:t>d.</a:t>
            </a:r>
            <a:r>
              <a:rPr lang="en-US" altLang="en-US" sz="1800" baseline="0" dirty="0">
                <a:latin typeface="Times New Roman" panose="02020603050405020304" pitchFamily="18" charset="0"/>
              </a:rPr>
              <a:t>   </a:t>
            </a:r>
            <a:r>
              <a:rPr lang="en-US" altLang="en-US" sz="1800" u="sng" baseline="0" dirty="0">
                <a:solidFill>
                  <a:srgbClr val="009900"/>
                </a:solidFill>
                <a:latin typeface="Times New Roman" panose="02020603050405020304" pitchFamily="18" charset="0"/>
              </a:rPr>
              <a:t>252</a:t>
            </a:r>
            <a:r>
              <a:rPr lang="en-US" altLang="en-US" sz="1800" b="0" baseline="0" dirty="0">
                <a:latin typeface="Times New Roman" panose="02020603050405020304" pitchFamily="18" charset="0"/>
              </a:rPr>
              <a:t>.5.15.111</a:t>
            </a:r>
          </a:p>
        </p:txBody>
      </p:sp>
    </p:spTree>
    <p:extLst>
      <p:ext uri="{BB962C8B-B14F-4D97-AF65-F5344CB8AC3E}">
        <p14:creationId xmlns:p14="http://schemas.microsoft.com/office/powerpoint/2010/main" val="85285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937CDB-B7A2-A933-F353-EFC56AD88F7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58</a:t>
            </a:fld>
            <a:endParaRPr lang="en-US"/>
          </a:p>
        </p:txBody>
      </p:sp>
      <p:sp>
        <p:nvSpPr>
          <p:cNvPr id="5" name="Text Box 10">
            <a:extLst>
              <a:ext uri="{FF2B5EF4-FFF2-40B4-BE49-F238E27FC236}">
                <a16:creationId xmlns:a16="http://schemas.microsoft.com/office/drawing/2014/main" id="{C6D90042-A608-C7F4-90E2-7A30C349F361}"/>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
        <p:nvSpPr>
          <p:cNvPr id="3" name="TextBox 2">
            <a:extLst>
              <a:ext uri="{FF2B5EF4-FFF2-40B4-BE49-F238E27FC236}">
                <a16:creationId xmlns:a16="http://schemas.microsoft.com/office/drawing/2014/main" id="{FB019009-F3D3-14F7-F2E0-9933A567181F}"/>
              </a:ext>
            </a:extLst>
          </p:cNvPr>
          <p:cNvSpPr txBox="1"/>
          <p:nvPr/>
        </p:nvSpPr>
        <p:spPr>
          <a:xfrm>
            <a:off x="605671" y="975836"/>
            <a:ext cx="8210338" cy="4031873"/>
          </a:xfrm>
          <a:prstGeom prst="rect">
            <a:avLst/>
          </a:prstGeom>
          <a:noFill/>
        </p:spPr>
        <p:txBody>
          <a:bodyPr wrap="square">
            <a:spAutoFit/>
          </a:bodyPr>
          <a:lstStyle/>
          <a:p>
            <a:pPr algn="just"/>
            <a:r>
              <a:rPr lang="en-US" altLang="en-US" sz="3200" baseline="0" dirty="0">
                <a:latin typeface="Times New Roman" panose="02020603050405020304" pitchFamily="18" charset="0"/>
              </a:rPr>
              <a:t>An organization is facing IP address exhaustion and plans to redesign its network.</a:t>
            </a:r>
          </a:p>
          <a:p>
            <a:pPr algn="just"/>
            <a:r>
              <a:rPr lang="en-US" altLang="en-US" sz="3200" baseline="0" dirty="0">
                <a:latin typeface="Times New Roman" panose="02020603050405020304" pitchFamily="18" charset="0"/>
              </a:rPr>
              <a:t>For the Given IP address: 180.16.37.39/20, calculate: </a:t>
            </a:r>
          </a:p>
          <a:p>
            <a:pPr marL="800100" lvl="1" indent="-342900" algn="just">
              <a:buFont typeface="+mj-lt"/>
              <a:buAutoNum type="alphaLcParenR"/>
            </a:pPr>
            <a:r>
              <a:rPr lang="en-US" altLang="en-US" sz="3200" baseline="0" dirty="0">
                <a:latin typeface="Times New Roman" panose="02020603050405020304" pitchFamily="18" charset="0"/>
              </a:rPr>
              <a:t>Address Mask</a:t>
            </a:r>
          </a:p>
          <a:p>
            <a:pPr marL="800100" lvl="1" indent="-342900" algn="just">
              <a:buFont typeface="+mj-lt"/>
              <a:buAutoNum type="alphaLcParenR"/>
            </a:pPr>
            <a:r>
              <a:rPr lang="en-US" altLang="en-US" sz="3200" baseline="0" dirty="0">
                <a:latin typeface="Times New Roman" panose="02020603050405020304" pitchFamily="18" charset="0"/>
              </a:rPr>
              <a:t>First address of the block</a:t>
            </a:r>
          </a:p>
          <a:p>
            <a:pPr marL="800100" lvl="1" indent="-342900" algn="just">
              <a:buFont typeface="+mj-lt"/>
              <a:buAutoNum type="alphaLcParenR"/>
            </a:pPr>
            <a:r>
              <a:rPr lang="en-US" altLang="en-US" sz="3200" baseline="0" dirty="0">
                <a:latin typeface="Times New Roman" panose="02020603050405020304" pitchFamily="18" charset="0"/>
              </a:rPr>
              <a:t>Last address of the block</a:t>
            </a:r>
          </a:p>
          <a:p>
            <a:pPr marL="800100" lvl="1" indent="-342900" algn="just">
              <a:buFont typeface="+mj-lt"/>
              <a:buAutoNum type="alphaLcParenR"/>
            </a:pPr>
            <a:r>
              <a:rPr lang="en-US" altLang="en-US" sz="3200" baseline="0" dirty="0">
                <a:latin typeface="Times New Roman" panose="02020603050405020304" pitchFamily="18" charset="0"/>
              </a:rPr>
              <a:t>Number of addresses in the block</a:t>
            </a:r>
          </a:p>
        </p:txBody>
      </p:sp>
    </p:spTree>
    <p:extLst>
      <p:ext uri="{BB962C8B-B14F-4D97-AF65-F5344CB8AC3E}">
        <p14:creationId xmlns:p14="http://schemas.microsoft.com/office/powerpoint/2010/main" val="28576880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937CDB-B7A2-A933-F353-EFC56AD88F7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59</a:t>
            </a:fld>
            <a:endParaRPr lang="en-US"/>
          </a:p>
        </p:txBody>
      </p:sp>
      <p:sp>
        <p:nvSpPr>
          <p:cNvPr id="5" name="Text Box 10">
            <a:extLst>
              <a:ext uri="{FF2B5EF4-FFF2-40B4-BE49-F238E27FC236}">
                <a16:creationId xmlns:a16="http://schemas.microsoft.com/office/drawing/2014/main" id="{C6D90042-A608-C7F4-90E2-7A30C349F361}"/>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
        <p:nvSpPr>
          <p:cNvPr id="6" name="TextBox 5">
            <a:extLst>
              <a:ext uri="{FF2B5EF4-FFF2-40B4-BE49-F238E27FC236}">
                <a16:creationId xmlns:a16="http://schemas.microsoft.com/office/drawing/2014/main" id="{87DBCF52-749F-734C-8BBD-A7CE9594E679}"/>
              </a:ext>
            </a:extLst>
          </p:cNvPr>
          <p:cNvSpPr txBox="1"/>
          <p:nvPr/>
        </p:nvSpPr>
        <p:spPr>
          <a:xfrm>
            <a:off x="506896" y="834758"/>
            <a:ext cx="8509056" cy="550920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block of addresses 205.16.37.39/28 represents a subnet with a subnet mask of 28 bits.</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determine the first and last addresses in the block, we need to convert the subnet mask to its binary representation and perform some calculations.</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subnet mask 28 means that the first 28 bits of the IP address represent the network portion, and the remaining 4 bits are available for host addresses.</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Converting the subnet mask 28 to binary results in 32 bits with the first 28 bits set to 1 and the last 4 bits set to 0:</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11111111.11111111.11111111.11110000</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calculate the first address, we perform a logical AND operation between the given address (205.16.37.39) and the subnet mask:</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Address: 11001101.00010000.00100101.00100111</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Subnet Mask: 11111111.11111111.11111111.11110000</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AND Operation: 11001101.00010000.00100101.00100000</a:t>
            </a:r>
          </a:p>
          <a:p>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result of the AND operation gives us the network address, which is 205.16.37.32. Therefore, the first address in the block is 205.16.37.32.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553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937CDB-B7A2-A933-F353-EFC56AD88F7D}"/>
              </a:ext>
            </a:extLst>
          </p:cNvPr>
          <p:cNvSpPr txBox="1">
            <a:spLocks/>
          </p:cNvSpPr>
          <p:nvPr/>
        </p:nvSpPr>
        <p:spPr>
          <a:xfrm>
            <a:off x="6272752" y="6356350"/>
            <a:ext cx="2743200" cy="365125"/>
          </a:xfrm>
          <a:prstGeom prst="rect">
            <a:avLst/>
          </a:prstGeom>
        </p:spPr>
        <p:txBody>
          <a:bodyPr vert="horz" lIns="91440" tIns="45720" rIns="91440" bIns="45720" rtlCol="0" anchor="ctr"/>
          <a:lstStyle>
            <a:defPPr marR="0" lvl="0" algn="l" rtl="0">
              <a:lnSpc>
                <a:spcPct val="100000"/>
              </a:lnSpc>
              <a:spcBef>
                <a:spcPts val="0"/>
              </a:spcBef>
              <a:spcAft>
                <a:spcPts val="0"/>
              </a:spcAft>
              <a:defRPr lang="en-US"/>
            </a:defPPr>
            <a:lvl1pPr marL="0" marR="0" lvl="0" algn="r" defTabSz="914400" rtl="0" eaLnBrk="1" latinLnBrk="0" hangingPunct="1">
              <a:lnSpc>
                <a:spcPct val="100000"/>
              </a:lnSpc>
              <a:spcBef>
                <a:spcPts val="0"/>
              </a:spcBef>
              <a:spcAft>
                <a:spcPts val="0"/>
              </a:spcAft>
              <a:buClr>
                <a:srgbClr val="000000"/>
              </a:buClr>
              <a:buFont typeface="Arial"/>
              <a:defRPr sz="1200" b="0" i="0" u="none" strike="noStrike" kern="1200" cap="none">
                <a:solidFill>
                  <a:schemeClr val="tx1">
                    <a:tint val="75000"/>
                  </a:schemeClr>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fld id="{BDCDBBEF-AA6C-4BA6-85B2-A17D7F280E38}" type="slidenum">
              <a:rPr lang="en-US" smtClean="0"/>
              <a:pPr/>
              <a:t>60</a:t>
            </a:fld>
            <a:endParaRPr lang="en-US"/>
          </a:p>
        </p:txBody>
      </p:sp>
      <p:sp>
        <p:nvSpPr>
          <p:cNvPr id="5" name="Text Box 10">
            <a:extLst>
              <a:ext uri="{FF2B5EF4-FFF2-40B4-BE49-F238E27FC236}">
                <a16:creationId xmlns:a16="http://schemas.microsoft.com/office/drawing/2014/main" id="{C6D90042-A608-C7F4-90E2-7A30C349F361}"/>
              </a:ext>
            </a:extLst>
          </p:cNvPr>
          <p:cNvSpPr txBox="1">
            <a:spLocks noChangeArrowheads="1"/>
          </p:cNvSpPr>
          <p:nvPr/>
        </p:nvSpPr>
        <p:spPr bwMode="auto">
          <a:xfrm>
            <a:off x="605671" y="150832"/>
            <a:ext cx="34563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baseline="0" dirty="0">
                <a:latin typeface="Times New Roman" panose="02020603050405020304" pitchFamily="18" charset="0"/>
              </a:rPr>
              <a:t>Practice Questions</a:t>
            </a:r>
          </a:p>
        </p:txBody>
      </p:sp>
      <p:sp>
        <p:nvSpPr>
          <p:cNvPr id="7" name="TextBox 6">
            <a:extLst>
              <a:ext uri="{FF2B5EF4-FFF2-40B4-BE49-F238E27FC236}">
                <a16:creationId xmlns:a16="http://schemas.microsoft.com/office/drawing/2014/main" id="{200239E1-B8D4-3CD9-FB38-DDEA041FA95E}"/>
              </a:ext>
            </a:extLst>
          </p:cNvPr>
          <p:cNvSpPr txBox="1"/>
          <p:nvPr/>
        </p:nvSpPr>
        <p:spPr>
          <a:xfrm>
            <a:off x="537114" y="804890"/>
            <a:ext cx="7881730" cy="4247317"/>
          </a:xfrm>
          <a:prstGeom prst="rect">
            <a:avLst/>
          </a:prstGeom>
          <a:noFill/>
        </p:spPr>
        <p:txBody>
          <a:bodyPr wrap="square">
            <a:spAutoFit/>
          </a:bodyPr>
          <a:lstStyle>
            <a:defPPr marR="0" lvl="0" algn="l" rtl="0">
              <a:lnSpc>
                <a:spcPct val="100000"/>
              </a:lnSpc>
              <a:spcBef>
                <a:spcPts val="0"/>
              </a:spcBef>
              <a:spcAft>
                <a:spcPts val="0"/>
              </a:spcAft>
            </a:defPPr>
          </a:lstStyle>
          <a:p>
            <a:r>
              <a:rPr lang="en-US" b="1" dirty="0">
                <a:latin typeface="Times New Roman" panose="02020603050405020304" pitchFamily="18" charset="0"/>
                <a:cs typeface="Times New Roman" panose="02020603050405020304" pitchFamily="18" charset="0"/>
              </a:rPr>
              <a:t>To calculate the last address</a:t>
            </a:r>
            <a:r>
              <a:rPr lang="en-US" dirty="0">
                <a:latin typeface="Times New Roman" panose="02020603050405020304" pitchFamily="18" charset="0"/>
                <a:cs typeface="Times New Roman" panose="02020603050405020304" pitchFamily="18" charset="0"/>
              </a:rPr>
              <a:t>, we need to find the highest possible host address within the block.</a:t>
            </a:r>
          </a:p>
          <a:p>
            <a:r>
              <a:rPr lang="en-US" dirty="0">
                <a:latin typeface="Times New Roman" panose="02020603050405020304" pitchFamily="18" charset="0"/>
                <a:cs typeface="Times New Roman" panose="02020603050405020304" pitchFamily="18" charset="0"/>
              </a:rPr>
              <a:t>Since we have 4 bits available for host addresses (2^4 = 16), the highest host address is obtained by setting all 4 bits to 1:</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Address: 11001101.00010000.00100101.00100111</a:t>
            </a:r>
          </a:p>
          <a:p>
            <a:r>
              <a:rPr lang="en-US" dirty="0">
                <a:latin typeface="Times New Roman" panose="02020603050405020304" pitchFamily="18" charset="0"/>
                <a:cs typeface="Times New Roman" panose="02020603050405020304" pitchFamily="18" charset="0"/>
              </a:rPr>
              <a:t>Subnet Mask: 00000000.00000000.00000000.00001111</a:t>
            </a:r>
          </a:p>
          <a:p>
            <a:r>
              <a:rPr lang="en-US" dirty="0">
                <a:latin typeface="Times New Roman" panose="02020603050405020304" pitchFamily="18" charset="0"/>
                <a:cs typeface="Times New Roman" panose="02020603050405020304" pitchFamily="18" charset="0"/>
              </a:rPr>
              <a:t>OR Operation: 11001101.00010000.00100101.00101111</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result of the OR operation gives us the broadcast address, which is 205.16.37.47. However, the last address in the block is always reserved as the broadcast address, so the actual last usable address is the one before the broadcast address. Therefore, the last address in the block is 205.16.37.46.</a:t>
            </a: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274F1BC-542C-EE5C-8CAF-CEE86B4CC4CD}"/>
              </a:ext>
            </a:extLst>
          </p:cNvPr>
          <p:cNvSpPr txBox="1"/>
          <p:nvPr/>
        </p:nvSpPr>
        <p:spPr>
          <a:xfrm>
            <a:off x="447261" y="4556859"/>
            <a:ext cx="7881730" cy="1200329"/>
          </a:xfrm>
          <a:prstGeom prst="rect">
            <a:avLst/>
          </a:prstGeom>
          <a:noFill/>
        </p:spPr>
        <p:txBody>
          <a:bodyPr wrap="square">
            <a:spAutoFit/>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The total number of addresses in the block can</a:t>
            </a:r>
            <a:r>
              <a:rPr lang="en-US" b="0" i="0" dirty="0">
                <a:solidFill>
                  <a:srgbClr val="000000"/>
                </a:solidFill>
                <a:effectLst/>
                <a:latin typeface="Times New Roman" panose="02020603050405020304" pitchFamily="18" charset="0"/>
                <a:cs typeface="Times New Roman" panose="02020603050405020304" pitchFamily="18" charset="0"/>
              </a:rPr>
              <a:t> be calculated by taking the number of available host addresses, which is 2^4 = 16, and subtracting 2 (one for the network address and one for the broadcast address). Therefore, the total number of addresses in the block is 16 - 2 = </a:t>
            </a:r>
            <a:r>
              <a:rPr lang="en-US" b="1" i="0" dirty="0">
                <a:solidFill>
                  <a:srgbClr val="000000"/>
                </a:solidFill>
                <a:effectLst/>
                <a:latin typeface="Times New Roman" panose="02020603050405020304" pitchFamily="18" charset="0"/>
                <a:cs typeface="Times New Roman" panose="02020603050405020304" pitchFamily="18" charset="0"/>
              </a:rPr>
              <a:t>14</a:t>
            </a: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6071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7"/>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pic>
        <p:nvPicPr>
          <p:cNvPr id="303" name="Google Shape;303;p27" descr="See the source image"/>
          <p:cNvPicPr preferRelativeResize="0"/>
          <p:nvPr/>
        </p:nvPicPr>
        <p:blipFill rotWithShape="1">
          <a:blip r:embed="rId3">
            <a:alphaModFix/>
          </a:blip>
          <a:srcRect/>
          <a:stretch/>
        </p:blipFill>
        <p:spPr>
          <a:xfrm>
            <a:off x="0" y="163513"/>
            <a:ext cx="9143999" cy="6530974"/>
          </a:xfrm>
          <a:prstGeom prst="rect">
            <a:avLst/>
          </a:prstGeom>
          <a:noFill/>
          <a:ln>
            <a:noFill/>
          </a:ln>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2191</TotalTime>
  <Words>4322</Words>
  <Application>Microsoft Office PowerPoint</Application>
  <PresentationFormat>On-screen Show (4:3)</PresentationFormat>
  <Paragraphs>561</Paragraphs>
  <Slides>61</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Arial</vt:lpstr>
      <vt:lpstr>Calibri</vt:lpstr>
      <vt:lpstr>Cambria Math</vt:lpstr>
      <vt:lpstr>Gill Sans MT</vt:lpstr>
      <vt:lpstr>Times</vt:lpstr>
      <vt:lpstr>Times New Roman</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Classful Addressing   </vt:lpstr>
      <vt:lpstr>In the diagram, we observe that each class have a specific range of IP addresses. The class of IP address is used to determine the number of bits used in a class and number of networks and hosts available in the class.</vt:lpstr>
      <vt:lpstr>PowerPoint Presentation</vt:lpstr>
      <vt:lpstr>PowerPoint Presentation</vt:lpstr>
      <vt:lpstr>Class A</vt:lpstr>
      <vt:lpstr>Class B</vt:lpstr>
      <vt:lpstr>Class C</vt:lpstr>
      <vt:lpstr>Class D</vt:lpstr>
      <vt:lpstr>Class E</vt:lpstr>
      <vt:lpstr>PowerPoint Presentation</vt:lpstr>
      <vt:lpstr>PowerPoint Presentation</vt:lpstr>
      <vt:lpstr>PowerPoint Presentation</vt:lpstr>
      <vt:lpstr>PowerPoint Presentation</vt:lpstr>
      <vt:lpstr>PowerPoint Presentation</vt:lpstr>
      <vt:lpstr>Rules for assigning Host ID:</vt:lpstr>
      <vt:lpstr>Rules for assigning Network 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Ayaz Jamani</cp:lastModifiedBy>
  <cp:revision>77</cp:revision>
  <dcterms:created xsi:type="dcterms:W3CDTF">2010-04-09T07:36:15Z</dcterms:created>
  <dcterms:modified xsi:type="dcterms:W3CDTF">2026-05-24T13:38:25Z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